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58" r:id="rId5"/>
    <p:sldId id="267" r:id="rId6"/>
    <p:sldId id="268" r:id="rId7"/>
    <p:sldId id="269" r:id="rId8"/>
    <p:sldId id="270" r:id="rId9"/>
    <p:sldId id="262" r:id="rId10"/>
    <p:sldId id="263" r:id="rId11"/>
    <p:sldId id="271" r:id="rId12"/>
    <p:sldId id="259" r:id="rId13"/>
    <p:sldId id="261" r:id="rId14"/>
    <p:sldId id="260" r:id="rId15"/>
    <p:sldId id="264" r:id="rId16"/>
    <p:sldId id="273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0993B3-AC78-40A0-BD22-483B63DACDE8}" v="98" dt="2026-01-12T17:54:21.7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s) Heidi Ginnaw" userId="12fb3f67-87da-4341-a039-09e2d1b3fb4e" providerId="ADAL" clId="{B60BF76D-B76B-4AA8-B97B-52BA32BE7A02}"/>
    <pc:docChg chg="undo custSel addSld delSld modSld sldOrd">
      <pc:chgData name="(s) Heidi Ginnaw" userId="12fb3f67-87da-4341-a039-09e2d1b3fb4e" providerId="ADAL" clId="{B60BF76D-B76B-4AA8-B97B-52BA32BE7A02}" dt="2026-01-12T17:54:21.708" v="1810"/>
      <pc:docMkLst>
        <pc:docMk/>
      </pc:docMkLst>
      <pc:sldChg chg="addSp delSp modSp mod modTransition modAnim">
        <pc:chgData name="(s) Heidi Ginnaw" userId="12fb3f67-87da-4341-a039-09e2d1b3fb4e" providerId="ADAL" clId="{B60BF76D-B76B-4AA8-B97B-52BA32BE7A02}" dt="2026-01-12T17:24:13.724" v="1778"/>
        <pc:sldMkLst>
          <pc:docMk/>
          <pc:sldMk cId="3412581201" sldId="256"/>
        </pc:sldMkLst>
        <pc:picChg chg="add del mod">
          <ac:chgData name="(s) Heidi Ginnaw" userId="12fb3f67-87da-4341-a039-09e2d1b3fb4e" providerId="ADAL" clId="{B60BF76D-B76B-4AA8-B97B-52BA32BE7A02}" dt="2026-01-12T16:23:51.618" v="1753"/>
          <ac:picMkLst>
            <pc:docMk/>
            <pc:sldMk cId="3412581201" sldId="256"/>
            <ac:picMk id="7" creationId="{4CC1DC9D-03EF-00E3-1A7E-40802EE6AFD6}"/>
          </ac:picMkLst>
        </pc:picChg>
        <pc:picChg chg="add del mod">
          <ac:chgData name="(s) Heidi Ginnaw" userId="12fb3f67-87da-4341-a039-09e2d1b3fb4e" providerId="ADAL" clId="{B60BF76D-B76B-4AA8-B97B-52BA32BE7A02}" dt="2026-01-12T16:46:58.473" v="1755"/>
          <ac:picMkLst>
            <pc:docMk/>
            <pc:sldMk cId="3412581201" sldId="256"/>
            <ac:picMk id="12" creationId="{55AD28D4-4048-F028-8958-7C30FD1F72A3}"/>
          </ac:picMkLst>
        </pc:picChg>
        <pc:picChg chg="add del mod">
          <ac:chgData name="(s) Heidi Ginnaw" userId="12fb3f67-87da-4341-a039-09e2d1b3fb4e" providerId="ADAL" clId="{B60BF76D-B76B-4AA8-B97B-52BA32BE7A02}" dt="2026-01-12T16:49:32.531" v="1757"/>
          <ac:picMkLst>
            <pc:docMk/>
            <pc:sldMk cId="3412581201" sldId="256"/>
            <ac:picMk id="15" creationId="{33211DC1-8258-BE52-7C46-BE4E7D46A8C7}"/>
          </ac:picMkLst>
        </pc:picChg>
        <pc:picChg chg="add del mod">
          <ac:chgData name="(s) Heidi Ginnaw" userId="12fb3f67-87da-4341-a039-09e2d1b3fb4e" providerId="ADAL" clId="{B60BF76D-B76B-4AA8-B97B-52BA32BE7A02}" dt="2026-01-12T16:55:24.095" v="1761"/>
          <ac:picMkLst>
            <pc:docMk/>
            <pc:sldMk cId="3412581201" sldId="256"/>
            <ac:picMk id="18" creationId="{A154421B-BE99-5E47-0E45-2D8CFFC53B2C}"/>
          </ac:picMkLst>
        </pc:picChg>
        <pc:picChg chg="add del mod ord">
          <ac:chgData name="(s) Heidi Ginnaw" userId="12fb3f67-87da-4341-a039-09e2d1b3fb4e" providerId="ADAL" clId="{B60BF76D-B76B-4AA8-B97B-52BA32BE7A02}" dt="2026-01-12T16:55:28.417" v="1762"/>
          <ac:picMkLst>
            <pc:docMk/>
            <pc:sldMk cId="3412581201" sldId="256"/>
            <ac:picMk id="19" creationId="{0D7A78B3-C607-B8B3-EA09-EE7084DD7AEA}"/>
          </ac:picMkLst>
        </pc:picChg>
        <pc:picChg chg="add del mod">
          <ac:chgData name="(s) Heidi Ginnaw" userId="12fb3f67-87da-4341-a039-09e2d1b3fb4e" providerId="ADAL" clId="{B60BF76D-B76B-4AA8-B97B-52BA32BE7A02}" dt="2026-01-12T16:56:04.811" v="1764"/>
          <ac:picMkLst>
            <pc:docMk/>
            <pc:sldMk cId="3412581201" sldId="256"/>
            <ac:picMk id="20" creationId="{C5B1567E-74A7-F132-67D2-38ECD8D8F994}"/>
          </ac:picMkLst>
        </pc:picChg>
        <pc:picChg chg="add del mod ord">
          <ac:chgData name="(s) Heidi Ginnaw" userId="12fb3f67-87da-4341-a039-09e2d1b3fb4e" providerId="ADAL" clId="{B60BF76D-B76B-4AA8-B97B-52BA32BE7A02}" dt="2026-01-12T17:00:59.342" v="1765"/>
          <ac:picMkLst>
            <pc:docMk/>
            <pc:sldMk cId="3412581201" sldId="256"/>
            <ac:picMk id="24" creationId="{0E7B0927-BF1B-B309-1949-C37F1AD03D77}"/>
          </ac:picMkLst>
        </pc:picChg>
        <pc:picChg chg="add del mod">
          <ac:chgData name="(s) Heidi Ginnaw" userId="12fb3f67-87da-4341-a039-09e2d1b3fb4e" providerId="ADAL" clId="{B60BF76D-B76B-4AA8-B97B-52BA32BE7A02}" dt="2026-01-12T17:20:57.950" v="1767"/>
          <ac:picMkLst>
            <pc:docMk/>
            <pc:sldMk cId="3412581201" sldId="256"/>
            <ac:picMk id="25" creationId="{1EAB68B8-B5C9-A660-D69B-CADAEDA81222}"/>
          </ac:picMkLst>
        </pc:picChg>
        <pc:picChg chg="add del mod">
          <ac:chgData name="(s) Heidi Ginnaw" userId="12fb3f67-87da-4341-a039-09e2d1b3fb4e" providerId="ADAL" clId="{B60BF76D-B76B-4AA8-B97B-52BA32BE7A02}" dt="2026-01-12T17:21:42.065" v="1770"/>
          <ac:picMkLst>
            <pc:docMk/>
            <pc:sldMk cId="3412581201" sldId="256"/>
            <ac:picMk id="30" creationId="{EC0D0DE5-4FCC-9ADE-6389-D1E2F6128A67}"/>
          </ac:picMkLst>
        </pc:picChg>
        <pc:picChg chg="add del mod ord">
          <ac:chgData name="(s) Heidi Ginnaw" userId="12fb3f67-87da-4341-a039-09e2d1b3fb4e" providerId="ADAL" clId="{B60BF76D-B76B-4AA8-B97B-52BA32BE7A02}" dt="2026-01-12T17:22:06.392" v="1771"/>
          <ac:picMkLst>
            <pc:docMk/>
            <pc:sldMk cId="3412581201" sldId="256"/>
            <ac:picMk id="35" creationId="{2F9B6875-CC0E-1768-A4AA-58078F545403}"/>
          </ac:picMkLst>
        </pc:picChg>
        <pc:picChg chg="add del mod">
          <ac:chgData name="(s) Heidi Ginnaw" userId="12fb3f67-87da-4341-a039-09e2d1b3fb4e" providerId="ADAL" clId="{B60BF76D-B76B-4AA8-B97B-52BA32BE7A02}" dt="2026-01-12T17:22:55.766" v="1777"/>
          <ac:picMkLst>
            <pc:docMk/>
            <pc:sldMk cId="3412581201" sldId="256"/>
            <ac:picMk id="36" creationId="{ACB72187-622A-5C9A-FA77-57FFAEBBCA44}"/>
          </ac:picMkLst>
        </pc:picChg>
        <pc:picChg chg="add del mod ord">
          <ac:chgData name="(s) Heidi Ginnaw" userId="12fb3f67-87da-4341-a039-09e2d1b3fb4e" providerId="ADAL" clId="{B60BF76D-B76B-4AA8-B97B-52BA32BE7A02}" dt="2026-01-12T17:24:13.724" v="1778"/>
          <ac:picMkLst>
            <pc:docMk/>
            <pc:sldMk cId="3412581201" sldId="256"/>
            <ac:picMk id="37" creationId="{5451964B-AEDA-88A1-1B3A-EE0CF2EF730B}"/>
          </ac:picMkLst>
        </pc:picChg>
        <pc:picChg chg="add mod">
          <ac:chgData name="(s) Heidi Ginnaw" userId="12fb3f67-87da-4341-a039-09e2d1b3fb4e" providerId="ADAL" clId="{B60BF76D-B76B-4AA8-B97B-52BA32BE7A02}" dt="2026-01-12T17:24:13.724" v="1778"/>
          <ac:picMkLst>
            <pc:docMk/>
            <pc:sldMk cId="3412581201" sldId="256"/>
            <ac:picMk id="38" creationId="{2F8B36B3-E26B-4796-3618-8B636636A89B}"/>
          </ac:picMkLst>
        </pc:picChg>
      </pc:sldChg>
      <pc:sldChg chg="addSp delSp modSp mod modTransition modAnim">
        <pc:chgData name="(s) Heidi Ginnaw" userId="12fb3f67-87da-4341-a039-09e2d1b3fb4e" providerId="ADAL" clId="{B60BF76D-B76B-4AA8-B97B-52BA32BE7A02}" dt="2026-01-12T17:24:13.724" v="1778"/>
        <pc:sldMkLst>
          <pc:docMk/>
          <pc:sldMk cId="1552398292" sldId="257"/>
        </pc:sldMkLst>
        <pc:spChg chg="mod">
          <ac:chgData name="(s) Heidi Ginnaw" userId="12fb3f67-87da-4341-a039-09e2d1b3fb4e" providerId="ADAL" clId="{B60BF76D-B76B-4AA8-B97B-52BA32BE7A02}" dt="2026-01-12T15:51:56.241" v="1751" actId="20577"/>
          <ac:spMkLst>
            <pc:docMk/>
            <pc:sldMk cId="1552398292" sldId="257"/>
            <ac:spMk id="3" creationId="{28814A93-20A2-3AC7-77A3-8CC7D2D06CEE}"/>
          </ac:spMkLst>
        </pc:spChg>
        <pc:picChg chg="add del mod">
          <ac:chgData name="(s) Heidi Ginnaw" userId="12fb3f67-87da-4341-a039-09e2d1b3fb4e" providerId="ADAL" clId="{B60BF76D-B76B-4AA8-B97B-52BA32BE7A02}" dt="2026-01-12T16:23:51.618" v="1753"/>
          <ac:picMkLst>
            <pc:docMk/>
            <pc:sldMk cId="1552398292" sldId="257"/>
            <ac:picMk id="6" creationId="{67D6EF32-378B-B64F-43CE-7B5F6B76DA31}"/>
          </ac:picMkLst>
        </pc:picChg>
        <pc:picChg chg="add del mod">
          <ac:chgData name="(s) Heidi Ginnaw" userId="12fb3f67-87da-4341-a039-09e2d1b3fb4e" providerId="ADAL" clId="{B60BF76D-B76B-4AA8-B97B-52BA32BE7A02}" dt="2026-01-12T16:46:58.473" v="1755"/>
          <ac:picMkLst>
            <pc:docMk/>
            <pc:sldMk cId="1552398292" sldId="257"/>
            <ac:picMk id="11" creationId="{46D90C26-7A8E-6E5B-9BCC-5FE45437AF45}"/>
          </ac:picMkLst>
        </pc:picChg>
        <pc:picChg chg="add del mod">
          <ac:chgData name="(s) Heidi Ginnaw" userId="12fb3f67-87da-4341-a039-09e2d1b3fb4e" providerId="ADAL" clId="{B60BF76D-B76B-4AA8-B97B-52BA32BE7A02}" dt="2026-01-12T16:49:32.531" v="1757"/>
          <ac:picMkLst>
            <pc:docMk/>
            <pc:sldMk cId="1552398292" sldId="257"/>
            <ac:picMk id="15" creationId="{4CAA91DE-E69F-D813-F9A3-D80CF0315D09}"/>
          </ac:picMkLst>
        </pc:picChg>
        <pc:picChg chg="add del mod">
          <ac:chgData name="(s) Heidi Ginnaw" userId="12fb3f67-87da-4341-a039-09e2d1b3fb4e" providerId="ADAL" clId="{B60BF76D-B76B-4AA8-B97B-52BA32BE7A02}" dt="2026-01-12T16:55:24.095" v="1761"/>
          <ac:picMkLst>
            <pc:docMk/>
            <pc:sldMk cId="1552398292" sldId="257"/>
            <ac:picMk id="18" creationId="{81B98CC9-A88E-F27B-3DA4-0EAE7430802D}"/>
          </ac:picMkLst>
        </pc:picChg>
        <pc:picChg chg="add del mod ord">
          <ac:chgData name="(s) Heidi Ginnaw" userId="12fb3f67-87da-4341-a039-09e2d1b3fb4e" providerId="ADAL" clId="{B60BF76D-B76B-4AA8-B97B-52BA32BE7A02}" dt="2026-01-12T17:00:59.342" v="1765"/>
          <ac:picMkLst>
            <pc:docMk/>
            <pc:sldMk cId="1552398292" sldId="257"/>
            <ac:picMk id="21" creationId="{9516FAAD-3F3D-27FD-264A-D944228C7FA7}"/>
          </ac:picMkLst>
        </pc:picChg>
        <pc:picChg chg="add del mod">
          <ac:chgData name="(s) Heidi Ginnaw" userId="12fb3f67-87da-4341-a039-09e2d1b3fb4e" providerId="ADAL" clId="{B60BF76D-B76B-4AA8-B97B-52BA32BE7A02}" dt="2026-01-12T17:20:57.950" v="1767"/>
          <ac:picMkLst>
            <pc:docMk/>
            <pc:sldMk cId="1552398292" sldId="257"/>
            <ac:picMk id="22" creationId="{D9DB25B0-5226-5644-8D65-32609D7ACBC2}"/>
          </ac:picMkLst>
        </pc:picChg>
        <pc:picChg chg="add del mod">
          <ac:chgData name="(s) Heidi Ginnaw" userId="12fb3f67-87da-4341-a039-09e2d1b3fb4e" providerId="ADAL" clId="{B60BF76D-B76B-4AA8-B97B-52BA32BE7A02}" dt="2026-01-12T17:22:10.415" v="1773"/>
          <ac:picMkLst>
            <pc:docMk/>
            <pc:sldMk cId="1552398292" sldId="257"/>
            <ac:picMk id="30" creationId="{127E6EBE-0E28-44B5-CD27-3ACA307C0690}"/>
          </ac:picMkLst>
        </pc:picChg>
        <pc:picChg chg="add del mod ord">
          <ac:chgData name="(s) Heidi Ginnaw" userId="12fb3f67-87da-4341-a039-09e2d1b3fb4e" providerId="ADAL" clId="{B60BF76D-B76B-4AA8-B97B-52BA32BE7A02}" dt="2026-01-12T17:22:37.352" v="1774"/>
          <ac:picMkLst>
            <pc:docMk/>
            <pc:sldMk cId="1552398292" sldId="257"/>
            <ac:picMk id="33" creationId="{841CD02E-B21C-7176-2DCB-46852C90F125}"/>
          </ac:picMkLst>
        </pc:picChg>
        <pc:picChg chg="add del mod">
          <ac:chgData name="(s) Heidi Ginnaw" userId="12fb3f67-87da-4341-a039-09e2d1b3fb4e" providerId="ADAL" clId="{B60BF76D-B76B-4AA8-B97B-52BA32BE7A02}" dt="2026-01-12T17:22:55.766" v="1777"/>
          <ac:picMkLst>
            <pc:docMk/>
            <pc:sldMk cId="1552398292" sldId="257"/>
            <ac:picMk id="34" creationId="{29438FEB-3241-60A5-1BBF-40EBCD29F13A}"/>
          </ac:picMkLst>
        </pc:picChg>
        <pc:picChg chg="add del mod ord">
          <ac:chgData name="(s) Heidi Ginnaw" userId="12fb3f67-87da-4341-a039-09e2d1b3fb4e" providerId="ADAL" clId="{B60BF76D-B76B-4AA8-B97B-52BA32BE7A02}" dt="2026-01-12T17:24:13.724" v="1778"/>
          <ac:picMkLst>
            <pc:docMk/>
            <pc:sldMk cId="1552398292" sldId="257"/>
            <ac:picMk id="37" creationId="{6BD6A71F-2753-7F65-97B0-DF9615140C90}"/>
          </ac:picMkLst>
        </pc:picChg>
        <pc:picChg chg="add mod">
          <ac:chgData name="(s) Heidi Ginnaw" userId="12fb3f67-87da-4341-a039-09e2d1b3fb4e" providerId="ADAL" clId="{B60BF76D-B76B-4AA8-B97B-52BA32BE7A02}" dt="2026-01-12T17:24:13.724" v="1778"/>
          <ac:picMkLst>
            <pc:docMk/>
            <pc:sldMk cId="1552398292" sldId="257"/>
            <ac:picMk id="38" creationId="{35A964D0-8FA3-7D69-6C7C-5A16EC43FB3C}"/>
          </ac:picMkLst>
        </pc:picChg>
      </pc:sldChg>
      <pc:sldChg chg="addSp delSp modSp mod modTransition modAnim">
        <pc:chgData name="(s) Heidi Ginnaw" userId="12fb3f67-87da-4341-a039-09e2d1b3fb4e" providerId="ADAL" clId="{B60BF76D-B76B-4AA8-B97B-52BA32BE7A02}" dt="2026-01-12T17:36:10.932" v="1798"/>
        <pc:sldMkLst>
          <pc:docMk/>
          <pc:sldMk cId="211904534" sldId="258"/>
        </pc:sldMkLst>
        <pc:spChg chg="mod">
          <ac:chgData name="(s) Heidi Ginnaw" userId="12fb3f67-87da-4341-a039-09e2d1b3fb4e" providerId="ADAL" clId="{B60BF76D-B76B-4AA8-B97B-52BA32BE7A02}" dt="2026-01-12T12:18:40.089" v="1258" actId="1076"/>
          <ac:spMkLst>
            <pc:docMk/>
            <pc:sldMk cId="211904534" sldId="258"/>
            <ac:spMk id="2" creationId="{4C153600-5E22-D6D6-ACB6-C738D3AE9B44}"/>
          </ac:spMkLst>
        </pc:spChg>
        <pc:spChg chg="del">
          <ac:chgData name="(s) Heidi Ginnaw" userId="12fb3f67-87da-4341-a039-09e2d1b3fb4e" providerId="ADAL" clId="{B60BF76D-B76B-4AA8-B97B-52BA32BE7A02}" dt="2026-01-12T12:18:30.827" v="1253" actId="22"/>
          <ac:spMkLst>
            <pc:docMk/>
            <pc:sldMk cId="211904534" sldId="258"/>
            <ac:spMk id="3" creationId="{2E60E369-83C9-2DE2-C8C1-E3109876B157}"/>
          </ac:spMkLst>
        </pc:spChg>
        <pc:spChg chg="add del mod">
          <ac:chgData name="(s) Heidi Ginnaw" userId="12fb3f67-87da-4341-a039-09e2d1b3fb4e" providerId="ADAL" clId="{B60BF76D-B76B-4AA8-B97B-52BA32BE7A02}" dt="2026-01-12T15:34:17.385" v="1663" actId="478"/>
          <ac:spMkLst>
            <pc:docMk/>
            <pc:sldMk cId="211904534" sldId="258"/>
            <ac:spMk id="7" creationId="{303CAD54-04B0-CDFC-BA0B-072BBC2A5506}"/>
          </ac:spMkLst>
        </pc:spChg>
        <pc:picChg chg="add del mod ord">
          <ac:chgData name="(s) Heidi Ginnaw" userId="12fb3f67-87da-4341-a039-09e2d1b3fb4e" providerId="ADAL" clId="{B60BF76D-B76B-4AA8-B97B-52BA32BE7A02}" dt="2026-01-12T15:34:12.468" v="1662" actId="478"/>
          <ac:picMkLst>
            <pc:docMk/>
            <pc:sldMk cId="211904534" sldId="258"/>
            <ac:picMk id="5" creationId="{EE61FFB1-468B-A045-2BDA-8F83E508F528}"/>
          </ac:picMkLst>
        </pc:picChg>
        <pc:picChg chg="add mod">
          <ac:chgData name="(s) Heidi Ginnaw" userId="12fb3f67-87da-4341-a039-09e2d1b3fb4e" providerId="ADAL" clId="{B60BF76D-B76B-4AA8-B97B-52BA32BE7A02}" dt="2026-01-12T15:34:29.489" v="1668" actId="1076"/>
          <ac:picMkLst>
            <pc:docMk/>
            <pc:sldMk cId="211904534" sldId="258"/>
            <ac:picMk id="9" creationId="{6A69896D-5D25-3B09-0824-97252A7C25E1}"/>
          </ac:picMkLst>
        </pc:picChg>
        <pc:picChg chg="add del mod">
          <ac:chgData name="(s) Heidi Ginnaw" userId="12fb3f67-87da-4341-a039-09e2d1b3fb4e" providerId="ADAL" clId="{B60BF76D-B76B-4AA8-B97B-52BA32BE7A02}" dt="2026-01-12T16:23:51.618" v="1753"/>
          <ac:picMkLst>
            <pc:docMk/>
            <pc:sldMk cId="211904534" sldId="258"/>
            <ac:picMk id="11" creationId="{FA45E8E8-7DB7-648D-B1E1-26B99CCAECFE}"/>
          </ac:picMkLst>
        </pc:picChg>
        <pc:picChg chg="add del mod">
          <ac:chgData name="(s) Heidi Ginnaw" userId="12fb3f67-87da-4341-a039-09e2d1b3fb4e" providerId="ADAL" clId="{B60BF76D-B76B-4AA8-B97B-52BA32BE7A02}" dt="2026-01-12T16:49:32.531" v="1757"/>
          <ac:picMkLst>
            <pc:docMk/>
            <pc:sldMk cId="211904534" sldId="258"/>
            <ac:picMk id="14" creationId="{DA031229-BFB0-C567-8780-BC8E0542266A}"/>
          </ac:picMkLst>
        </pc:picChg>
        <pc:picChg chg="add del mod">
          <ac:chgData name="(s) Heidi Ginnaw" userId="12fb3f67-87da-4341-a039-09e2d1b3fb4e" providerId="ADAL" clId="{B60BF76D-B76B-4AA8-B97B-52BA32BE7A02}" dt="2026-01-12T17:20:57.950" v="1767"/>
          <ac:picMkLst>
            <pc:docMk/>
            <pc:sldMk cId="211904534" sldId="258"/>
            <ac:picMk id="17" creationId="{9C666F72-54D5-4A98-D5A4-AD52B6CEB8A5}"/>
          </ac:picMkLst>
        </pc:picChg>
        <pc:picChg chg="add del mod">
          <ac:chgData name="(s) Heidi Ginnaw" userId="12fb3f67-87da-4341-a039-09e2d1b3fb4e" providerId="ADAL" clId="{B60BF76D-B76B-4AA8-B97B-52BA32BE7A02}" dt="2026-01-12T17:24:16.715" v="1780"/>
          <ac:picMkLst>
            <pc:docMk/>
            <pc:sldMk cId="211904534" sldId="258"/>
            <ac:picMk id="21" creationId="{F601BF56-B398-059B-2E47-CA842A2B49C8}"/>
          </ac:picMkLst>
        </pc:picChg>
        <pc:picChg chg="add del mod ord">
          <ac:chgData name="(s) Heidi Ginnaw" userId="12fb3f67-87da-4341-a039-09e2d1b3fb4e" providerId="ADAL" clId="{B60BF76D-B76B-4AA8-B97B-52BA32BE7A02}" dt="2026-01-12T17:24:40.430" v="1781"/>
          <ac:picMkLst>
            <pc:docMk/>
            <pc:sldMk cId="211904534" sldId="258"/>
            <ac:picMk id="24" creationId="{2B935CE8-61E5-8684-BF5B-A28E96FA266F}"/>
          </ac:picMkLst>
        </pc:picChg>
        <pc:picChg chg="add del mod">
          <ac:chgData name="(s) Heidi Ginnaw" userId="12fb3f67-87da-4341-a039-09e2d1b3fb4e" providerId="ADAL" clId="{B60BF76D-B76B-4AA8-B97B-52BA32BE7A02}" dt="2026-01-12T17:35:49.980" v="1797"/>
          <ac:picMkLst>
            <pc:docMk/>
            <pc:sldMk cId="211904534" sldId="258"/>
            <ac:picMk id="25" creationId="{CE512CCA-9313-F46B-BC02-48B674C4A006}"/>
          </ac:picMkLst>
        </pc:picChg>
        <pc:picChg chg="add del mod ord">
          <ac:chgData name="(s) Heidi Ginnaw" userId="12fb3f67-87da-4341-a039-09e2d1b3fb4e" providerId="ADAL" clId="{B60BF76D-B76B-4AA8-B97B-52BA32BE7A02}" dt="2026-01-12T17:36:10.932" v="1798"/>
          <ac:picMkLst>
            <pc:docMk/>
            <pc:sldMk cId="211904534" sldId="258"/>
            <ac:picMk id="31" creationId="{7BFD77F2-FC7E-BA43-33F3-44BE77F4361A}"/>
          </ac:picMkLst>
        </pc:picChg>
        <pc:picChg chg="add mod">
          <ac:chgData name="(s) Heidi Ginnaw" userId="12fb3f67-87da-4341-a039-09e2d1b3fb4e" providerId="ADAL" clId="{B60BF76D-B76B-4AA8-B97B-52BA32BE7A02}" dt="2026-01-12T17:36:10.932" v="1798"/>
          <ac:picMkLst>
            <pc:docMk/>
            <pc:sldMk cId="211904534" sldId="258"/>
            <ac:picMk id="32" creationId="{1A15AC86-3C0C-0EFC-BB50-EEA98689CB63}"/>
          </ac:picMkLst>
        </pc:picChg>
      </pc:sldChg>
      <pc:sldChg chg="addSp delSp modSp mod ord modTransition modAnim">
        <pc:chgData name="(s) Heidi Ginnaw" userId="12fb3f67-87da-4341-a039-09e2d1b3fb4e" providerId="ADAL" clId="{B60BF76D-B76B-4AA8-B97B-52BA32BE7A02}" dt="2026-01-12T17:28:44.327" v="1794"/>
        <pc:sldMkLst>
          <pc:docMk/>
          <pc:sldMk cId="990296717" sldId="259"/>
        </pc:sldMkLst>
        <pc:spChg chg="mod">
          <ac:chgData name="(s) Heidi Ginnaw" userId="12fb3f67-87da-4341-a039-09e2d1b3fb4e" providerId="ADAL" clId="{B60BF76D-B76B-4AA8-B97B-52BA32BE7A02}" dt="2026-01-12T11:46:36.002" v="1082" actId="20577"/>
          <ac:spMkLst>
            <pc:docMk/>
            <pc:sldMk cId="990296717" sldId="259"/>
            <ac:spMk id="2" creationId="{37D4B6B2-AC24-B727-132E-1EEF8AC8ECFD}"/>
          </ac:spMkLst>
        </pc:spChg>
        <pc:picChg chg="add del mod">
          <ac:chgData name="(s) Heidi Ginnaw" userId="12fb3f67-87da-4341-a039-09e2d1b3fb4e" providerId="ADAL" clId="{B60BF76D-B76B-4AA8-B97B-52BA32BE7A02}" dt="2026-01-12T16:23:51.618" v="1753"/>
          <ac:picMkLst>
            <pc:docMk/>
            <pc:sldMk cId="990296717" sldId="259"/>
            <ac:picMk id="4" creationId="{51C27D46-953D-F0BF-A6AD-951DF707687C}"/>
          </ac:picMkLst>
        </pc:picChg>
        <pc:picChg chg="add del mod">
          <ac:chgData name="(s) Heidi Ginnaw" userId="12fb3f67-87da-4341-a039-09e2d1b3fb4e" providerId="ADAL" clId="{B60BF76D-B76B-4AA8-B97B-52BA32BE7A02}" dt="2026-01-12T16:49:32.531" v="1757"/>
          <ac:picMkLst>
            <pc:docMk/>
            <pc:sldMk cId="990296717" sldId="259"/>
            <ac:picMk id="7" creationId="{0708B3A0-526C-1136-1865-E452E9DA2CCA}"/>
          </ac:picMkLst>
        </pc:picChg>
        <pc:picChg chg="add del mod">
          <ac:chgData name="(s) Heidi Ginnaw" userId="12fb3f67-87da-4341-a039-09e2d1b3fb4e" providerId="ADAL" clId="{B60BF76D-B76B-4AA8-B97B-52BA32BE7A02}" dt="2026-01-12T17:20:57.950" v="1767"/>
          <ac:picMkLst>
            <pc:docMk/>
            <pc:sldMk cId="990296717" sldId="259"/>
            <ac:picMk id="10" creationId="{A547CE2C-F616-B687-624D-80D110E6FD4E}"/>
          </ac:picMkLst>
        </pc:picChg>
        <pc:picChg chg="add del mod">
          <ac:chgData name="(s) Heidi Ginnaw" userId="12fb3f67-87da-4341-a039-09e2d1b3fb4e" providerId="ADAL" clId="{B60BF76D-B76B-4AA8-B97B-52BA32BE7A02}" dt="2026-01-12T17:26:59.342" v="1784"/>
          <ac:picMkLst>
            <pc:docMk/>
            <pc:sldMk cId="990296717" sldId="259"/>
            <ac:picMk id="15" creationId="{5DDB30A1-BF17-B6D9-BC55-24D45B0B3D39}"/>
          </ac:picMkLst>
        </pc:picChg>
        <pc:picChg chg="add del mod ord">
          <ac:chgData name="(s) Heidi Ginnaw" userId="12fb3f67-87da-4341-a039-09e2d1b3fb4e" providerId="ADAL" clId="{B60BF76D-B76B-4AA8-B97B-52BA32BE7A02}" dt="2026-01-12T17:27:29.086" v="1785"/>
          <ac:picMkLst>
            <pc:docMk/>
            <pc:sldMk cId="990296717" sldId="259"/>
            <ac:picMk id="18" creationId="{DFCC2527-B6B5-7E12-D9A0-4BA6BB6B8416}"/>
          </ac:picMkLst>
        </pc:picChg>
        <pc:picChg chg="add del mod">
          <ac:chgData name="(s) Heidi Ginnaw" userId="12fb3f67-87da-4341-a039-09e2d1b3fb4e" providerId="ADAL" clId="{B60BF76D-B76B-4AA8-B97B-52BA32BE7A02}" dt="2026-01-12T17:27:33.502" v="1787"/>
          <ac:picMkLst>
            <pc:docMk/>
            <pc:sldMk cId="990296717" sldId="259"/>
            <ac:picMk id="19" creationId="{10C5709D-4F2A-93C8-78B0-B78FF2DDA164}"/>
          </ac:picMkLst>
        </pc:picChg>
        <pc:picChg chg="add del mod ord">
          <ac:chgData name="(s) Heidi Ginnaw" userId="12fb3f67-87da-4341-a039-09e2d1b3fb4e" providerId="ADAL" clId="{B60BF76D-B76B-4AA8-B97B-52BA32BE7A02}" dt="2026-01-12T17:27:42.654" v="1788"/>
          <ac:picMkLst>
            <pc:docMk/>
            <pc:sldMk cId="990296717" sldId="259"/>
            <ac:picMk id="22" creationId="{C57DA990-B963-1475-BC7A-367E72CB0A10}"/>
          </ac:picMkLst>
        </pc:picChg>
        <pc:picChg chg="add del mod">
          <ac:chgData name="(s) Heidi Ginnaw" userId="12fb3f67-87da-4341-a039-09e2d1b3fb4e" providerId="ADAL" clId="{B60BF76D-B76B-4AA8-B97B-52BA32BE7A02}" dt="2026-01-12T17:27:45.838" v="1790"/>
          <ac:picMkLst>
            <pc:docMk/>
            <pc:sldMk cId="990296717" sldId="259"/>
            <ac:picMk id="23" creationId="{FAC83B67-D543-3991-50CC-6F9498249540}"/>
          </ac:picMkLst>
        </pc:picChg>
        <pc:picChg chg="add del mod ord">
          <ac:chgData name="(s) Heidi Ginnaw" userId="12fb3f67-87da-4341-a039-09e2d1b3fb4e" providerId="ADAL" clId="{B60BF76D-B76B-4AA8-B97B-52BA32BE7A02}" dt="2026-01-12T17:28:11.738" v="1791"/>
          <ac:picMkLst>
            <pc:docMk/>
            <pc:sldMk cId="990296717" sldId="259"/>
            <ac:picMk id="26" creationId="{CB561FF2-1460-B503-2C8B-2BB460DC5556}"/>
          </ac:picMkLst>
        </pc:picChg>
        <pc:picChg chg="add del mod">
          <ac:chgData name="(s) Heidi Ginnaw" userId="12fb3f67-87da-4341-a039-09e2d1b3fb4e" providerId="ADAL" clId="{B60BF76D-B76B-4AA8-B97B-52BA32BE7A02}" dt="2026-01-12T17:28:21.360" v="1793"/>
          <ac:picMkLst>
            <pc:docMk/>
            <pc:sldMk cId="990296717" sldId="259"/>
            <ac:picMk id="27" creationId="{2337CF72-0BEB-DEB5-B1E3-84D08B5E326B}"/>
          </ac:picMkLst>
        </pc:picChg>
        <pc:picChg chg="add del mod ord">
          <ac:chgData name="(s) Heidi Ginnaw" userId="12fb3f67-87da-4341-a039-09e2d1b3fb4e" providerId="ADAL" clId="{B60BF76D-B76B-4AA8-B97B-52BA32BE7A02}" dt="2026-01-12T17:28:44.327" v="1794"/>
          <ac:picMkLst>
            <pc:docMk/>
            <pc:sldMk cId="990296717" sldId="259"/>
            <ac:picMk id="30" creationId="{03596EB9-46F6-E9F9-3B71-E56BCC9D90EE}"/>
          </ac:picMkLst>
        </pc:picChg>
        <pc:picChg chg="add mod">
          <ac:chgData name="(s) Heidi Ginnaw" userId="12fb3f67-87da-4341-a039-09e2d1b3fb4e" providerId="ADAL" clId="{B60BF76D-B76B-4AA8-B97B-52BA32BE7A02}" dt="2026-01-12T17:28:44.327" v="1794"/>
          <ac:picMkLst>
            <pc:docMk/>
            <pc:sldMk cId="990296717" sldId="259"/>
            <ac:picMk id="31" creationId="{1DEC6E86-57D1-6CAE-7FE4-F3E9E6904321}"/>
          </ac:picMkLst>
        </pc:picChg>
      </pc:sldChg>
      <pc:sldChg chg="addSp delSp modSp mod ord modTransition modAnim">
        <pc:chgData name="(s) Heidi Ginnaw" userId="12fb3f67-87da-4341-a039-09e2d1b3fb4e" providerId="ADAL" clId="{B60BF76D-B76B-4AA8-B97B-52BA32BE7A02}" dt="2026-01-12T17:54:21.708" v="1810"/>
        <pc:sldMkLst>
          <pc:docMk/>
          <pc:sldMk cId="3746990993" sldId="260"/>
        </pc:sldMkLst>
        <pc:spChg chg="mod">
          <ac:chgData name="(s) Heidi Ginnaw" userId="12fb3f67-87da-4341-a039-09e2d1b3fb4e" providerId="ADAL" clId="{B60BF76D-B76B-4AA8-B97B-52BA32BE7A02}" dt="2026-01-12T11:46:50.274" v="1100" actId="20577"/>
          <ac:spMkLst>
            <pc:docMk/>
            <pc:sldMk cId="3746990993" sldId="260"/>
            <ac:spMk id="2" creationId="{6040C038-AB26-D48C-2A75-A26A49539423}"/>
          </ac:spMkLst>
        </pc:spChg>
        <pc:picChg chg="add del mod">
          <ac:chgData name="(s) Heidi Ginnaw" userId="12fb3f67-87da-4341-a039-09e2d1b3fb4e" providerId="ADAL" clId="{B60BF76D-B76B-4AA8-B97B-52BA32BE7A02}" dt="2026-01-12T16:23:51.618" v="1753"/>
          <ac:picMkLst>
            <pc:docMk/>
            <pc:sldMk cId="3746990993" sldId="260"/>
            <ac:picMk id="4" creationId="{CD702660-1566-2962-10E7-FB051D190D4E}"/>
          </ac:picMkLst>
        </pc:picChg>
        <pc:picChg chg="add del mod">
          <ac:chgData name="(s) Heidi Ginnaw" userId="12fb3f67-87da-4341-a039-09e2d1b3fb4e" providerId="ADAL" clId="{B60BF76D-B76B-4AA8-B97B-52BA32BE7A02}" dt="2026-01-12T16:49:32.531" v="1757"/>
          <ac:picMkLst>
            <pc:docMk/>
            <pc:sldMk cId="3746990993" sldId="260"/>
            <ac:picMk id="7" creationId="{73A06B75-D304-AF68-E426-AF212EA0E0AB}"/>
          </ac:picMkLst>
        </pc:picChg>
        <pc:picChg chg="add del mod">
          <ac:chgData name="(s) Heidi Ginnaw" userId="12fb3f67-87da-4341-a039-09e2d1b3fb4e" providerId="ADAL" clId="{B60BF76D-B76B-4AA8-B97B-52BA32BE7A02}" dt="2026-01-12T17:20:57.950" v="1767"/>
          <ac:picMkLst>
            <pc:docMk/>
            <pc:sldMk cId="3746990993" sldId="260"/>
            <ac:picMk id="10" creationId="{568A798A-C129-0EA8-3A65-2AD4FC7DE8C0}"/>
          </ac:picMkLst>
        </pc:picChg>
        <pc:picChg chg="add del mod">
          <ac:chgData name="(s) Heidi Ginnaw" userId="12fb3f67-87da-4341-a039-09e2d1b3fb4e" providerId="ADAL" clId="{B60BF76D-B76B-4AA8-B97B-52BA32BE7A02}" dt="2026-01-12T17:54:04.258" v="1809"/>
          <ac:picMkLst>
            <pc:docMk/>
            <pc:sldMk cId="3746990993" sldId="260"/>
            <ac:picMk id="15" creationId="{89A2CAE7-8F28-7CED-74CE-1C0B7FFB3A84}"/>
          </ac:picMkLst>
        </pc:picChg>
        <pc:picChg chg="add del mod ord">
          <ac:chgData name="(s) Heidi Ginnaw" userId="12fb3f67-87da-4341-a039-09e2d1b3fb4e" providerId="ADAL" clId="{B60BF76D-B76B-4AA8-B97B-52BA32BE7A02}" dt="2026-01-12T17:54:21.708" v="1810"/>
          <ac:picMkLst>
            <pc:docMk/>
            <pc:sldMk cId="3746990993" sldId="260"/>
            <ac:picMk id="21" creationId="{D8626100-EDDB-290F-57D4-F5EF6CE32A10}"/>
          </ac:picMkLst>
        </pc:picChg>
        <pc:picChg chg="add mod">
          <ac:chgData name="(s) Heidi Ginnaw" userId="12fb3f67-87da-4341-a039-09e2d1b3fb4e" providerId="ADAL" clId="{B60BF76D-B76B-4AA8-B97B-52BA32BE7A02}" dt="2026-01-12T17:54:21.708" v="1810"/>
          <ac:picMkLst>
            <pc:docMk/>
            <pc:sldMk cId="3746990993" sldId="260"/>
            <ac:picMk id="22" creationId="{B56A3029-1224-2638-52FD-EEBDA85DA1D3}"/>
          </ac:picMkLst>
        </pc:picChg>
      </pc:sldChg>
      <pc:sldChg chg="addSp delSp modSp mod ord modTransition modAnim">
        <pc:chgData name="(s) Heidi Ginnaw" userId="12fb3f67-87da-4341-a039-09e2d1b3fb4e" providerId="ADAL" clId="{B60BF76D-B76B-4AA8-B97B-52BA32BE7A02}" dt="2026-01-12T17:53:31.607" v="1807"/>
        <pc:sldMkLst>
          <pc:docMk/>
          <pc:sldMk cId="2657214261" sldId="261"/>
        </pc:sldMkLst>
        <pc:spChg chg="mod">
          <ac:chgData name="(s) Heidi Ginnaw" userId="12fb3f67-87da-4341-a039-09e2d1b3fb4e" providerId="ADAL" clId="{B60BF76D-B76B-4AA8-B97B-52BA32BE7A02}" dt="2026-01-12T11:46:42.583" v="1091" actId="20577"/>
          <ac:spMkLst>
            <pc:docMk/>
            <pc:sldMk cId="2657214261" sldId="261"/>
            <ac:spMk id="2" creationId="{EE6BE677-656F-2EB9-4215-425ABA850287}"/>
          </ac:spMkLst>
        </pc:spChg>
        <pc:picChg chg="add del mod">
          <ac:chgData name="(s) Heidi Ginnaw" userId="12fb3f67-87da-4341-a039-09e2d1b3fb4e" providerId="ADAL" clId="{B60BF76D-B76B-4AA8-B97B-52BA32BE7A02}" dt="2026-01-12T16:23:51.618" v="1753"/>
          <ac:picMkLst>
            <pc:docMk/>
            <pc:sldMk cId="2657214261" sldId="261"/>
            <ac:picMk id="4" creationId="{EF9E6253-94BE-619B-25ED-885BFDFC13D2}"/>
          </ac:picMkLst>
        </pc:picChg>
        <pc:picChg chg="add del mod">
          <ac:chgData name="(s) Heidi Ginnaw" userId="12fb3f67-87da-4341-a039-09e2d1b3fb4e" providerId="ADAL" clId="{B60BF76D-B76B-4AA8-B97B-52BA32BE7A02}" dt="2026-01-12T16:49:32.531" v="1757"/>
          <ac:picMkLst>
            <pc:docMk/>
            <pc:sldMk cId="2657214261" sldId="261"/>
            <ac:picMk id="9" creationId="{B387318B-CED6-AC5A-F0C3-D5D5F3ECEAD9}"/>
          </ac:picMkLst>
        </pc:picChg>
        <pc:picChg chg="add del mod">
          <ac:chgData name="(s) Heidi Ginnaw" userId="12fb3f67-87da-4341-a039-09e2d1b3fb4e" providerId="ADAL" clId="{B60BF76D-B76B-4AA8-B97B-52BA32BE7A02}" dt="2026-01-12T17:20:57.950" v="1767"/>
          <ac:picMkLst>
            <pc:docMk/>
            <pc:sldMk cId="2657214261" sldId="261"/>
            <ac:picMk id="13" creationId="{D2A63E41-8485-107E-1989-A38B21602D9F}"/>
          </ac:picMkLst>
        </pc:picChg>
        <pc:picChg chg="add del mod">
          <ac:chgData name="(s) Heidi Ginnaw" userId="12fb3f67-87da-4341-a039-09e2d1b3fb4e" providerId="ADAL" clId="{B60BF76D-B76B-4AA8-B97B-52BA32BE7A02}" dt="2026-01-12T17:53:08.584" v="1806"/>
          <ac:picMkLst>
            <pc:docMk/>
            <pc:sldMk cId="2657214261" sldId="261"/>
            <ac:picMk id="18" creationId="{A31571D6-B3E2-8837-ED87-10D5D6B4B682}"/>
          </ac:picMkLst>
        </pc:picChg>
        <pc:picChg chg="add del mod ord">
          <ac:chgData name="(s) Heidi Ginnaw" userId="12fb3f67-87da-4341-a039-09e2d1b3fb4e" providerId="ADAL" clId="{B60BF76D-B76B-4AA8-B97B-52BA32BE7A02}" dt="2026-01-12T17:53:31.607" v="1807"/>
          <ac:picMkLst>
            <pc:docMk/>
            <pc:sldMk cId="2657214261" sldId="261"/>
            <ac:picMk id="28" creationId="{04DDA3DB-8B60-FC5F-5F72-661FEA58AA48}"/>
          </ac:picMkLst>
        </pc:picChg>
        <pc:picChg chg="add mod">
          <ac:chgData name="(s) Heidi Ginnaw" userId="12fb3f67-87da-4341-a039-09e2d1b3fb4e" providerId="ADAL" clId="{B60BF76D-B76B-4AA8-B97B-52BA32BE7A02}" dt="2026-01-12T17:53:31.607" v="1807"/>
          <ac:picMkLst>
            <pc:docMk/>
            <pc:sldMk cId="2657214261" sldId="261"/>
            <ac:picMk id="29" creationId="{DF1FC2AF-42FC-59D7-D504-BD56B83AF695}"/>
          </ac:picMkLst>
        </pc:picChg>
      </pc:sldChg>
      <pc:sldChg chg="addSp delSp modSp mod modTransition modAnim">
        <pc:chgData name="(s) Heidi Ginnaw" userId="12fb3f67-87da-4341-a039-09e2d1b3fb4e" providerId="ADAL" clId="{B60BF76D-B76B-4AA8-B97B-52BA32BE7A02}" dt="2026-01-12T17:38:46.877" v="1804"/>
        <pc:sldMkLst>
          <pc:docMk/>
          <pc:sldMk cId="458283449" sldId="262"/>
        </pc:sldMkLst>
        <pc:picChg chg="add mod">
          <ac:chgData name="(s) Heidi Ginnaw" userId="12fb3f67-87da-4341-a039-09e2d1b3fb4e" providerId="ADAL" clId="{B60BF76D-B76B-4AA8-B97B-52BA32BE7A02}" dt="2026-01-12T15:33:07.024" v="1653" actId="1076"/>
          <ac:picMkLst>
            <pc:docMk/>
            <pc:sldMk cId="458283449" sldId="262"/>
            <ac:picMk id="3" creationId="{EDD658F2-58E2-51A9-3FBE-FACC4A030E8F}"/>
          </ac:picMkLst>
        </pc:picChg>
        <pc:picChg chg="add del mod">
          <ac:chgData name="(s) Heidi Ginnaw" userId="12fb3f67-87da-4341-a039-09e2d1b3fb4e" providerId="ADAL" clId="{B60BF76D-B76B-4AA8-B97B-52BA32BE7A02}" dt="2026-01-12T16:23:51.618" v="1753"/>
          <ac:picMkLst>
            <pc:docMk/>
            <pc:sldMk cId="458283449" sldId="262"/>
            <ac:picMk id="6" creationId="{7626B825-4635-5146-14BB-C4CB609D2253}"/>
          </ac:picMkLst>
        </pc:picChg>
        <pc:picChg chg="add del mod">
          <ac:chgData name="(s) Heidi Ginnaw" userId="12fb3f67-87da-4341-a039-09e2d1b3fb4e" providerId="ADAL" clId="{B60BF76D-B76B-4AA8-B97B-52BA32BE7A02}" dt="2026-01-12T16:49:32.531" v="1757"/>
          <ac:picMkLst>
            <pc:docMk/>
            <pc:sldMk cId="458283449" sldId="262"/>
            <ac:picMk id="8" creationId="{4942CD04-AC63-9174-BECD-352091BE715C}"/>
          </ac:picMkLst>
        </pc:picChg>
        <pc:picChg chg="add del mod">
          <ac:chgData name="(s) Heidi Ginnaw" userId="12fb3f67-87da-4341-a039-09e2d1b3fb4e" providerId="ADAL" clId="{B60BF76D-B76B-4AA8-B97B-52BA32BE7A02}" dt="2026-01-12T17:20:57.950" v="1767"/>
          <ac:picMkLst>
            <pc:docMk/>
            <pc:sldMk cId="458283449" sldId="262"/>
            <ac:picMk id="11" creationId="{4E173314-C2E5-4293-9C9D-7BD981521A07}"/>
          </ac:picMkLst>
        </pc:picChg>
        <pc:picChg chg="add del mod">
          <ac:chgData name="(s) Heidi Ginnaw" userId="12fb3f67-87da-4341-a039-09e2d1b3fb4e" providerId="ADAL" clId="{B60BF76D-B76B-4AA8-B97B-52BA32BE7A02}" dt="2026-01-12T17:38:30.044" v="1803"/>
          <ac:picMkLst>
            <pc:docMk/>
            <pc:sldMk cId="458283449" sldId="262"/>
            <ac:picMk id="15" creationId="{CE3EAF39-1670-0AE7-99E7-1F2F600C1BE3}"/>
          </ac:picMkLst>
        </pc:picChg>
        <pc:picChg chg="add del mod ord">
          <ac:chgData name="(s) Heidi Ginnaw" userId="12fb3f67-87da-4341-a039-09e2d1b3fb4e" providerId="ADAL" clId="{B60BF76D-B76B-4AA8-B97B-52BA32BE7A02}" dt="2026-01-12T17:38:46.877" v="1804"/>
          <ac:picMkLst>
            <pc:docMk/>
            <pc:sldMk cId="458283449" sldId="262"/>
            <ac:picMk id="20" creationId="{2DED1B1E-8A21-136C-0C0F-BD984FF7DFC1}"/>
          </ac:picMkLst>
        </pc:picChg>
        <pc:picChg chg="add mod">
          <ac:chgData name="(s) Heidi Ginnaw" userId="12fb3f67-87da-4341-a039-09e2d1b3fb4e" providerId="ADAL" clId="{B60BF76D-B76B-4AA8-B97B-52BA32BE7A02}" dt="2026-01-12T17:38:46.877" v="1804"/>
          <ac:picMkLst>
            <pc:docMk/>
            <pc:sldMk cId="458283449" sldId="262"/>
            <ac:picMk id="21" creationId="{D5FFF1F9-5880-6D09-7196-14D237FC2011}"/>
          </ac:picMkLst>
        </pc:picChg>
        <pc:picChg chg="add del">
          <ac:chgData name="(s) Heidi Ginnaw" userId="12fb3f67-87da-4341-a039-09e2d1b3fb4e" providerId="ADAL" clId="{B60BF76D-B76B-4AA8-B97B-52BA32BE7A02}" dt="2026-01-12T15:32:50.640" v="1646" actId="478"/>
          <ac:picMkLst>
            <pc:docMk/>
            <pc:sldMk cId="458283449" sldId="262"/>
            <ac:picMk id="2050" creationId="{4E4AF9D7-118D-3506-10EE-D4038B8F1DED}"/>
          </ac:picMkLst>
        </pc:picChg>
        <pc:picChg chg="del">
          <ac:chgData name="(s) Heidi Ginnaw" userId="12fb3f67-87da-4341-a039-09e2d1b3fb4e" providerId="ADAL" clId="{B60BF76D-B76B-4AA8-B97B-52BA32BE7A02}" dt="2026-01-12T15:32:50.640" v="1646" actId="478"/>
          <ac:picMkLst>
            <pc:docMk/>
            <pc:sldMk cId="458283449" sldId="262"/>
            <ac:picMk id="2052" creationId="{4D2298E7-905C-AC52-14A4-D7AFCAA4F115}"/>
          </ac:picMkLst>
        </pc:picChg>
      </pc:sldChg>
      <pc:sldChg chg="addSp delSp modSp modTransition modAnim">
        <pc:chgData name="(s) Heidi Ginnaw" userId="12fb3f67-87da-4341-a039-09e2d1b3fb4e" providerId="ADAL" clId="{B60BF76D-B76B-4AA8-B97B-52BA32BE7A02}" dt="2026-01-12T17:26:55.340" v="1782"/>
        <pc:sldMkLst>
          <pc:docMk/>
          <pc:sldMk cId="2940797110" sldId="263"/>
        </pc:sldMkLst>
        <pc:picChg chg="add del mod">
          <ac:chgData name="(s) Heidi Ginnaw" userId="12fb3f67-87da-4341-a039-09e2d1b3fb4e" providerId="ADAL" clId="{B60BF76D-B76B-4AA8-B97B-52BA32BE7A02}" dt="2026-01-12T16:23:51.618" v="1753"/>
          <ac:picMkLst>
            <pc:docMk/>
            <pc:sldMk cId="2940797110" sldId="263"/>
            <ac:picMk id="4" creationId="{23A4B9C0-283F-8C59-250C-2BD462E24208}"/>
          </ac:picMkLst>
        </pc:picChg>
        <pc:picChg chg="add del mod">
          <ac:chgData name="(s) Heidi Ginnaw" userId="12fb3f67-87da-4341-a039-09e2d1b3fb4e" providerId="ADAL" clId="{B60BF76D-B76B-4AA8-B97B-52BA32BE7A02}" dt="2026-01-12T16:49:32.531" v="1757"/>
          <ac:picMkLst>
            <pc:docMk/>
            <pc:sldMk cId="2940797110" sldId="263"/>
            <ac:picMk id="7" creationId="{BEB88CD2-4BBA-380B-596A-B6A68D891690}"/>
          </ac:picMkLst>
        </pc:picChg>
        <pc:picChg chg="add del mod">
          <ac:chgData name="(s) Heidi Ginnaw" userId="12fb3f67-87da-4341-a039-09e2d1b3fb4e" providerId="ADAL" clId="{B60BF76D-B76B-4AA8-B97B-52BA32BE7A02}" dt="2026-01-12T17:20:57.950" v="1767"/>
          <ac:picMkLst>
            <pc:docMk/>
            <pc:sldMk cId="2940797110" sldId="263"/>
            <ac:picMk id="10" creationId="{534E6F6E-2E4B-607A-3C68-1F182C266A58}"/>
          </ac:picMkLst>
        </pc:picChg>
        <pc:picChg chg="add mod">
          <ac:chgData name="(s) Heidi Ginnaw" userId="12fb3f67-87da-4341-a039-09e2d1b3fb4e" providerId="ADAL" clId="{B60BF76D-B76B-4AA8-B97B-52BA32BE7A02}" dt="2026-01-12T17:26:55.340" v="1782"/>
          <ac:picMkLst>
            <pc:docMk/>
            <pc:sldMk cId="2940797110" sldId="263"/>
            <ac:picMk id="14" creationId="{91A53EE6-2069-C015-A8DA-52A32CD8EF20}"/>
          </ac:picMkLst>
        </pc:picChg>
      </pc:sldChg>
      <pc:sldChg chg="addSp delSp modSp new mod modTransition modAnim">
        <pc:chgData name="(s) Heidi Ginnaw" userId="12fb3f67-87da-4341-a039-09e2d1b3fb4e" providerId="ADAL" clId="{B60BF76D-B76B-4AA8-B97B-52BA32BE7A02}" dt="2026-01-12T17:30:03.534" v="1795"/>
        <pc:sldMkLst>
          <pc:docMk/>
          <pc:sldMk cId="510774388" sldId="264"/>
        </pc:sldMkLst>
        <pc:spChg chg="mod">
          <ac:chgData name="(s) Heidi Ginnaw" userId="12fb3f67-87da-4341-a039-09e2d1b3fb4e" providerId="ADAL" clId="{B60BF76D-B76B-4AA8-B97B-52BA32BE7A02}" dt="2026-01-12T15:28:54.597" v="1613" actId="20577"/>
          <ac:spMkLst>
            <pc:docMk/>
            <pc:sldMk cId="510774388" sldId="264"/>
            <ac:spMk id="2" creationId="{56E39A16-1EDD-C0D3-D15D-7980277F4F1E}"/>
          </ac:spMkLst>
        </pc:spChg>
        <pc:spChg chg="mod">
          <ac:chgData name="(s) Heidi Ginnaw" userId="12fb3f67-87da-4341-a039-09e2d1b3fb4e" providerId="ADAL" clId="{B60BF76D-B76B-4AA8-B97B-52BA32BE7A02}" dt="2026-01-12T15:36:46.335" v="1711" actId="20577"/>
          <ac:spMkLst>
            <pc:docMk/>
            <pc:sldMk cId="510774388" sldId="264"/>
            <ac:spMk id="3" creationId="{E2A46200-4775-244A-5E05-DF592D755108}"/>
          </ac:spMkLst>
        </pc:spChg>
        <pc:picChg chg="add del mod">
          <ac:chgData name="(s) Heidi Ginnaw" userId="12fb3f67-87da-4341-a039-09e2d1b3fb4e" providerId="ADAL" clId="{B60BF76D-B76B-4AA8-B97B-52BA32BE7A02}" dt="2026-01-12T16:23:51.618" v="1753"/>
          <ac:picMkLst>
            <pc:docMk/>
            <pc:sldMk cId="510774388" sldId="264"/>
            <ac:picMk id="5" creationId="{A421BA7A-C955-D645-57B3-C926BD1A2534}"/>
          </ac:picMkLst>
        </pc:picChg>
        <pc:picChg chg="add del mod">
          <ac:chgData name="(s) Heidi Ginnaw" userId="12fb3f67-87da-4341-a039-09e2d1b3fb4e" providerId="ADAL" clId="{B60BF76D-B76B-4AA8-B97B-52BA32BE7A02}" dt="2026-01-12T16:49:32.531" v="1757"/>
          <ac:picMkLst>
            <pc:docMk/>
            <pc:sldMk cId="510774388" sldId="264"/>
            <ac:picMk id="7" creationId="{539487FD-B81F-5545-0EBE-AB6D08C8D844}"/>
          </ac:picMkLst>
        </pc:picChg>
        <pc:picChg chg="add del mod">
          <ac:chgData name="(s) Heidi Ginnaw" userId="12fb3f67-87da-4341-a039-09e2d1b3fb4e" providerId="ADAL" clId="{B60BF76D-B76B-4AA8-B97B-52BA32BE7A02}" dt="2026-01-12T17:20:57.950" v="1767"/>
          <ac:picMkLst>
            <pc:docMk/>
            <pc:sldMk cId="510774388" sldId="264"/>
            <ac:picMk id="10" creationId="{809353BA-33F0-0059-2297-AC31A4A9DC0D}"/>
          </ac:picMkLst>
        </pc:picChg>
        <pc:picChg chg="add mod">
          <ac:chgData name="(s) Heidi Ginnaw" userId="12fb3f67-87da-4341-a039-09e2d1b3fb4e" providerId="ADAL" clId="{B60BF76D-B76B-4AA8-B97B-52BA32BE7A02}" dt="2026-01-12T17:30:03.534" v="1795"/>
          <ac:picMkLst>
            <pc:docMk/>
            <pc:sldMk cId="510774388" sldId="264"/>
            <ac:picMk id="14" creationId="{FDDD3AE3-531C-629B-A28B-CCD538E652A4}"/>
          </ac:picMkLst>
        </pc:picChg>
      </pc:sldChg>
      <pc:sldChg chg="modSp new del">
        <pc:chgData name="(s) Heidi Ginnaw" userId="12fb3f67-87da-4341-a039-09e2d1b3fb4e" providerId="ADAL" clId="{B60BF76D-B76B-4AA8-B97B-52BA32BE7A02}" dt="2026-01-12T11:51:51.291" v="1225" actId="47"/>
        <pc:sldMkLst>
          <pc:docMk/>
          <pc:sldMk cId="2395664176" sldId="265"/>
        </pc:sldMkLst>
        <pc:spChg chg="mod">
          <ac:chgData name="(s) Heidi Ginnaw" userId="12fb3f67-87da-4341-a039-09e2d1b3fb4e" providerId="ADAL" clId="{B60BF76D-B76B-4AA8-B97B-52BA32BE7A02}" dt="2026-01-11T17:39:23.732" v="493"/>
          <ac:spMkLst>
            <pc:docMk/>
            <pc:sldMk cId="2395664176" sldId="265"/>
            <ac:spMk id="3" creationId="{07CEEADF-9045-3FCE-2071-BECC9C6823D4}"/>
          </ac:spMkLst>
        </pc:spChg>
      </pc:sldChg>
      <pc:sldChg chg="addSp delSp modSp new mod modTransition modAnim">
        <pc:chgData name="(s) Heidi Ginnaw" userId="12fb3f67-87da-4341-a039-09e2d1b3fb4e" providerId="ADAL" clId="{B60BF76D-B76B-4AA8-B97B-52BA32BE7A02}" dt="2026-01-12T17:24:13.724" v="1778"/>
        <pc:sldMkLst>
          <pc:docMk/>
          <pc:sldMk cId="2320649405" sldId="266"/>
        </pc:sldMkLst>
        <pc:spChg chg="mod">
          <ac:chgData name="(s) Heidi Ginnaw" userId="12fb3f67-87da-4341-a039-09e2d1b3fb4e" providerId="ADAL" clId="{B60BF76D-B76B-4AA8-B97B-52BA32BE7A02}" dt="2026-01-11T18:45:02.753" v="864" actId="113"/>
          <ac:spMkLst>
            <pc:docMk/>
            <pc:sldMk cId="2320649405" sldId="266"/>
            <ac:spMk id="2" creationId="{5539C1DA-2CE0-8307-C0E6-8CC7BD4EF034}"/>
          </ac:spMkLst>
        </pc:spChg>
        <pc:spChg chg="mod">
          <ac:chgData name="(s) Heidi Ginnaw" userId="12fb3f67-87da-4341-a039-09e2d1b3fb4e" providerId="ADAL" clId="{B60BF76D-B76B-4AA8-B97B-52BA32BE7A02}" dt="2026-01-12T14:47:01.554" v="1580" actId="20577"/>
          <ac:spMkLst>
            <pc:docMk/>
            <pc:sldMk cId="2320649405" sldId="266"/>
            <ac:spMk id="3" creationId="{C85AA06A-9EB2-21E6-68A6-A5365713F398}"/>
          </ac:spMkLst>
        </pc:spChg>
        <pc:picChg chg="add del mod">
          <ac:chgData name="(s) Heidi Ginnaw" userId="12fb3f67-87da-4341-a039-09e2d1b3fb4e" providerId="ADAL" clId="{B60BF76D-B76B-4AA8-B97B-52BA32BE7A02}" dt="2026-01-12T16:23:51.618" v="1753"/>
          <ac:picMkLst>
            <pc:docMk/>
            <pc:sldMk cId="2320649405" sldId="266"/>
            <ac:picMk id="5" creationId="{A82FD3C4-7D1D-19A4-B596-BB4C3CC30E75}"/>
          </ac:picMkLst>
        </pc:picChg>
        <pc:picChg chg="add del mod">
          <ac:chgData name="(s) Heidi Ginnaw" userId="12fb3f67-87da-4341-a039-09e2d1b3fb4e" providerId="ADAL" clId="{B60BF76D-B76B-4AA8-B97B-52BA32BE7A02}" dt="2026-01-12T16:46:58.473" v="1755"/>
          <ac:picMkLst>
            <pc:docMk/>
            <pc:sldMk cId="2320649405" sldId="266"/>
            <ac:picMk id="7" creationId="{D973B480-AB6D-208A-C502-48E4D9A59EFD}"/>
          </ac:picMkLst>
        </pc:picChg>
        <pc:picChg chg="add del mod">
          <ac:chgData name="(s) Heidi Ginnaw" userId="12fb3f67-87da-4341-a039-09e2d1b3fb4e" providerId="ADAL" clId="{B60BF76D-B76B-4AA8-B97B-52BA32BE7A02}" dt="2026-01-12T16:49:32.531" v="1757"/>
          <ac:picMkLst>
            <pc:docMk/>
            <pc:sldMk cId="2320649405" sldId="266"/>
            <ac:picMk id="11" creationId="{BD4CD1D0-C089-7986-6004-C3FFFCCB4BDB}"/>
          </ac:picMkLst>
        </pc:picChg>
        <pc:picChg chg="add del mod">
          <ac:chgData name="(s) Heidi Ginnaw" userId="12fb3f67-87da-4341-a039-09e2d1b3fb4e" providerId="ADAL" clId="{B60BF76D-B76B-4AA8-B97B-52BA32BE7A02}" dt="2026-01-12T17:20:57.950" v="1767"/>
          <ac:picMkLst>
            <pc:docMk/>
            <pc:sldMk cId="2320649405" sldId="266"/>
            <ac:picMk id="14" creationId="{EE3B3564-57D6-95A2-57B5-06F9F2783B6C}"/>
          </ac:picMkLst>
        </pc:picChg>
        <pc:picChg chg="add mod">
          <ac:chgData name="(s) Heidi Ginnaw" userId="12fb3f67-87da-4341-a039-09e2d1b3fb4e" providerId="ADAL" clId="{B60BF76D-B76B-4AA8-B97B-52BA32BE7A02}" dt="2026-01-12T17:24:13.724" v="1778"/>
          <ac:picMkLst>
            <pc:docMk/>
            <pc:sldMk cId="2320649405" sldId="266"/>
            <ac:picMk id="18" creationId="{9EFE3ACF-0ABF-0E91-C4FB-94F7D1F0624C}"/>
          </ac:picMkLst>
        </pc:picChg>
      </pc:sldChg>
      <pc:sldChg chg="addSp delSp modSp new mod modTransition modAnim">
        <pc:chgData name="(s) Heidi Ginnaw" userId="12fb3f67-87da-4341-a039-09e2d1b3fb4e" providerId="ADAL" clId="{B60BF76D-B76B-4AA8-B97B-52BA32BE7A02}" dt="2026-01-12T17:26:55.340" v="1782"/>
        <pc:sldMkLst>
          <pc:docMk/>
          <pc:sldMk cId="846607671" sldId="267"/>
        </pc:sldMkLst>
        <pc:spChg chg="mod">
          <ac:chgData name="(s) Heidi Ginnaw" userId="12fb3f67-87da-4341-a039-09e2d1b3fb4e" providerId="ADAL" clId="{B60BF76D-B76B-4AA8-B97B-52BA32BE7A02}" dt="2026-01-12T10:58:51.404" v="928" actId="20577"/>
          <ac:spMkLst>
            <pc:docMk/>
            <pc:sldMk cId="846607671" sldId="267"/>
            <ac:spMk id="2" creationId="{C7C668B8-4253-9617-785E-B371896AE974}"/>
          </ac:spMkLst>
        </pc:spChg>
        <pc:spChg chg="mod">
          <ac:chgData name="(s) Heidi Ginnaw" userId="12fb3f67-87da-4341-a039-09e2d1b3fb4e" providerId="ADAL" clId="{B60BF76D-B76B-4AA8-B97B-52BA32BE7A02}" dt="2026-01-12T12:53:54.535" v="1544" actId="14"/>
          <ac:spMkLst>
            <pc:docMk/>
            <pc:sldMk cId="846607671" sldId="267"/>
            <ac:spMk id="3" creationId="{FC574114-4DBA-0C58-0A06-839AA8364D74}"/>
          </ac:spMkLst>
        </pc:spChg>
        <pc:picChg chg="add del mod">
          <ac:chgData name="(s) Heidi Ginnaw" userId="12fb3f67-87da-4341-a039-09e2d1b3fb4e" providerId="ADAL" clId="{B60BF76D-B76B-4AA8-B97B-52BA32BE7A02}" dt="2026-01-12T16:23:51.618" v="1753"/>
          <ac:picMkLst>
            <pc:docMk/>
            <pc:sldMk cId="846607671" sldId="267"/>
            <ac:picMk id="5" creationId="{01E5B3E0-8A5E-D503-3A00-E686818F70F5}"/>
          </ac:picMkLst>
        </pc:picChg>
        <pc:picChg chg="add del mod">
          <ac:chgData name="(s) Heidi Ginnaw" userId="12fb3f67-87da-4341-a039-09e2d1b3fb4e" providerId="ADAL" clId="{B60BF76D-B76B-4AA8-B97B-52BA32BE7A02}" dt="2026-01-12T16:49:32.531" v="1757"/>
          <ac:picMkLst>
            <pc:docMk/>
            <pc:sldMk cId="846607671" sldId="267"/>
            <ac:picMk id="7" creationId="{4B5FD137-7E26-4D7E-3427-DB1477D93434}"/>
          </ac:picMkLst>
        </pc:picChg>
        <pc:picChg chg="add del mod">
          <ac:chgData name="(s) Heidi Ginnaw" userId="12fb3f67-87da-4341-a039-09e2d1b3fb4e" providerId="ADAL" clId="{B60BF76D-B76B-4AA8-B97B-52BA32BE7A02}" dt="2026-01-12T17:20:57.950" v="1767"/>
          <ac:picMkLst>
            <pc:docMk/>
            <pc:sldMk cId="846607671" sldId="267"/>
            <ac:picMk id="10" creationId="{0F23EFF3-A381-D63B-47A0-51E0E121C93F}"/>
          </ac:picMkLst>
        </pc:picChg>
        <pc:picChg chg="add mod">
          <ac:chgData name="(s) Heidi Ginnaw" userId="12fb3f67-87da-4341-a039-09e2d1b3fb4e" providerId="ADAL" clId="{B60BF76D-B76B-4AA8-B97B-52BA32BE7A02}" dt="2026-01-12T17:26:55.340" v="1782"/>
          <ac:picMkLst>
            <pc:docMk/>
            <pc:sldMk cId="846607671" sldId="267"/>
            <ac:picMk id="15" creationId="{2F44F2F5-3328-D71C-2F8B-E22C5D9209A6}"/>
          </ac:picMkLst>
        </pc:picChg>
      </pc:sldChg>
      <pc:sldChg chg="addSp delSp modSp add mod modTransition modAnim">
        <pc:chgData name="(s) Heidi Ginnaw" userId="12fb3f67-87da-4341-a039-09e2d1b3fb4e" providerId="ADAL" clId="{B60BF76D-B76B-4AA8-B97B-52BA32BE7A02}" dt="2026-01-12T17:26:55.340" v="1782"/>
        <pc:sldMkLst>
          <pc:docMk/>
          <pc:sldMk cId="2979800041" sldId="268"/>
        </pc:sldMkLst>
        <pc:spChg chg="mod">
          <ac:chgData name="(s) Heidi Ginnaw" userId="12fb3f67-87da-4341-a039-09e2d1b3fb4e" providerId="ADAL" clId="{B60BF76D-B76B-4AA8-B97B-52BA32BE7A02}" dt="2026-01-12T12:54:01.369" v="1549" actId="27636"/>
          <ac:spMkLst>
            <pc:docMk/>
            <pc:sldMk cId="2979800041" sldId="268"/>
            <ac:spMk id="3" creationId="{CDF17690-1B1E-AEF0-D70A-4ED4BB44FE70}"/>
          </ac:spMkLst>
        </pc:spChg>
        <pc:picChg chg="add del mod">
          <ac:chgData name="(s) Heidi Ginnaw" userId="12fb3f67-87da-4341-a039-09e2d1b3fb4e" providerId="ADAL" clId="{B60BF76D-B76B-4AA8-B97B-52BA32BE7A02}" dt="2026-01-12T16:23:51.618" v="1753"/>
          <ac:picMkLst>
            <pc:docMk/>
            <pc:sldMk cId="2979800041" sldId="268"/>
            <ac:picMk id="5" creationId="{4CBEAED8-48BE-4985-442D-9E19C65EF4BA}"/>
          </ac:picMkLst>
        </pc:picChg>
        <pc:picChg chg="add del mod">
          <ac:chgData name="(s) Heidi Ginnaw" userId="12fb3f67-87da-4341-a039-09e2d1b3fb4e" providerId="ADAL" clId="{B60BF76D-B76B-4AA8-B97B-52BA32BE7A02}" dt="2026-01-12T16:49:32.531" v="1757"/>
          <ac:picMkLst>
            <pc:docMk/>
            <pc:sldMk cId="2979800041" sldId="268"/>
            <ac:picMk id="7" creationId="{F65E4B62-9A0A-422B-6510-73C26CCF2096}"/>
          </ac:picMkLst>
        </pc:picChg>
        <pc:picChg chg="add del mod">
          <ac:chgData name="(s) Heidi Ginnaw" userId="12fb3f67-87da-4341-a039-09e2d1b3fb4e" providerId="ADAL" clId="{B60BF76D-B76B-4AA8-B97B-52BA32BE7A02}" dt="2026-01-12T17:20:57.950" v="1767"/>
          <ac:picMkLst>
            <pc:docMk/>
            <pc:sldMk cId="2979800041" sldId="268"/>
            <ac:picMk id="10" creationId="{B23C37B6-D2BA-C204-01D1-0EEE9D1D8422}"/>
          </ac:picMkLst>
        </pc:picChg>
        <pc:picChg chg="add mod">
          <ac:chgData name="(s) Heidi Ginnaw" userId="12fb3f67-87da-4341-a039-09e2d1b3fb4e" providerId="ADAL" clId="{B60BF76D-B76B-4AA8-B97B-52BA32BE7A02}" dt="2026-01-12T17:26:55.340" v="1782"/>
          <ac:picMkLst>
            <pc:docMk/>
            <pc:sldMk cId="2979800041" sldId="268"/>
            <ac:picMk id="14" creationId="{AE3102BD-6AE1-7114-0091-E76D7CBEFBDA}"/>
          </ac:picMkLst>
        </pc:picChg>
      </pc:sldChg>
      <pc:sldChg chg="addSp delSp modSp add mod modTransition modAnim">
        <pc:chgData name="(s) Heidi Ginnaw" userId="12fb3f67-87da-4341-a039-09e2d1b3fb4e" providerId="ADAL" clId="{B60BF76D-B76B-4AA8-B97B-52BA32BE7A02}" dt="2026-01-12T17:37:51.154" v="1801"/>
        <pc:sldMkLst>
          <pc:docMk/>
          <pc:sldMk cId="4180241182" sldId="269"/>
        </pc:sldMkLst>
        <pc:spChg chg="mod">
          <ac:chgData name="(s) Heidi Ginnaw" userId="12fb3f67-87da-4341-a039-09e2d1b3fb4e" providerId="ADAL" clId="{B60BF76D-B76B-4AA8-B97B-52BA32BE7A02}" dt="2026-01-12T11:46:17.536" v="1065" actId="20577"/>
          <ac:spMkLst>
            <pc:docMk/>
            <pc:sldMk cId="4180241182" sldId="269"/>
            <ac:spMk id="3" creationId="{50CA33FB-EDA7-EB8D-94DC-5914F13220FC}"/>
          </ac:spMkLst>
        </pc:spChg>
        <pc:picChg chg="add del mod">
          <ac:chgData name="(s) Heidi Ginnaw" userId="12fb3f67-87da-4341-a039-09e2d1b3fb4e" providerId="ADAL" clId="{B60BF76D-B76B-4AA8-B97B-52BA32BE7A02}" dt="2026-01-12T16:23:51.618" v="1753"/>
          <ac:picMkLst>
            <pc:docMk/>
            <pc:sldMk cId="4180241182" sldId="269"/>
            <ac:picMk id="5" creationId="{19E3DE55-6219-E194-6F6C-B955D8A75B5C}"/>
          </ac:picMkLst>
        </pc:picChg>
        <pc:picChg chg="add del mod">
          <ac:chgData name="(s) Heidi Ginnaw" userId="12fb3f67-87da-4341-a039-09e2d1b3fb4e" providerId="ADAL" clId="{B60BF76D-B76B-4AA8-B97B-52BA32BE7A02}" dt="2026-01-12T16:49:32.531" v="1757"/>
          <ac:picMkLst>
            <pc:docMk/>
            <pc:sldMk cId="4180241182" sldId="269"/>
            <ac:picMk id="7" creationId="{6F6E5016-4833-70D1-02CB-3E53F194A16C}"/>
          </ac:picMkLst>
        </pc:picChg>
        <pc:picChg chg="add del mod">
          <ac:chgData name="(s) Heidi Ginnaw" userId="12fb3f67-87da-4341-a039-09e2d1b3fb4e" providerId="ADAL" clId="{B60BF76D-B76B-4AA8-B97B-52BA32BE7A02}" dt="2026-01-12T17:20:57.950" v="1767"/>
          <ac:picMkLst>
            <pc:docMk/>
            <pc:sldMk cId="4180241182" sldId="269"/>
            <ac:picMk id="10" creationId="{789304B1-0E34-0298-73B9-AF91B6A2BBFB}"/>
          </ac:picMkLst>
        </pc:picChg>
        <pc:picChg chg="add del mod">
          <ac:chgData name="(s) Heidi Ginnaw" userId="12fb3f67-87da-4341-a039-09e2d1b3fb4e" providerId="ADAL" clId="{B60BF76D-B76B-4AA8-B97B-52BA32BE7A02}" dt="2026-01-12T17:37:35.638" v="1800"/>
          <ac:picMkLst>
            <pc:docMk/>
            <pc:sldMk cId="4180241182" sldId="269"/>
            <ac:picMk id="14" creationId="{A314A50B-6BA2-A808-7820-A1D3EFCE77EB}"/>
          </ac:picMkLst>
        </pc:picChg>
        <pc:picChg chg="add del mod ord">
          <ac:chgData name="(s) Heidi Ginnaw" userId="12fb3f67-87da-4341-a039-09e2d1b3fb4e" providerId="ADAL" clId="{B60BF76D-B76B-4AA8-B97B-52BA32BE7A02}" dt="2026-01-12T17:37:51.154" v="1801"/>
          <ac:picMkLst>
            <pc:docMk/>
            <pc:sldMk cId="4180241182" sldId="269"/>
            <ac:picMk id="19" creationId="{7E828616-02E7-E642-31FA-E3AAAE288314}"/>
          </ac:picMkLst>
        </pc:picChg>
        <pc:picChg chg="add mod">
          <ac:chgData name="(s) Heidi Ginnaw" userId="12fb3f67-87da-4341-a039-09e2d1b3fb4e" providerId="ADAL" clId="{B60BF76D-B76B-4AA8-B97B-52BA32BE7A02}" dt="2026-01-12T17:37:51.154" v="1801"/>
          <ac:picMkLst>
            <pc:docMk/>
            <pc:sldMk cId="4180241182" sldId="269"/>
            <ac:picMk id="20" creationId="{A4CF2AA6-5F85-0B62-0733-A9C00610970F}"/>
          </ac:picMkLst>
        </pc:picChg>
      </pc:sldChg>
      <pc:sldChg chg="new del">
        <pc:chgData name="(s) Heidi Ginnaw" userId="12fb3f67-87da-4341-a039-09e2d1b3fb4e" providerId="ADAL" clId="{B60BF76D-B76B-4AA8-B97B-52BA32BE7A02}" dt="2026-01-12T12:18:58.390" v="1261" actId="680"/>
        <pc:sldMkLst>
          <pc:docMk/>
          <pc:sldMk cId="1254260893" sldId="270"/>
        </pc:sldMkLst>
      </pc:sldChg>
      <pc:sldChg chg="addSp delSp modSp add mod modTransition modAnim">
        <pc:chgData name="(s) Heidi Ginnaw" userId="12fb3f67-87da-4341-a039-09e2d1b3fb4e" providerId="ADAL" clId="{B60BF76D-B76B-4AA8-B97B-52BA32BE7A02}" dt="2026-01-12T17:26:55.340" v="1782"/>
        <pc:sldMkLst>
          <pc:docMk/>
          <pc:sldMk cId="1918547242" sldId="270"/>
        </pc:sldMkLst>
        <pc:spChg chg="mod">
          <ac:chgData name="(s) Heidi Ginnaw" userId="12fb3f67-87da-4341-a039-09e2d1b3fb4e" providerId="ADAL" clId="{B60BF76D-B76B-4AA8-B97B-52BA32BE7A02}" dt="2026-01-12T12:19:16.978" v="1291" actId="20577"/>
          <ac:spMkLst>
            <pc:docMk/>
            <pc:sldMk cId="1918547242" sldId="270"/>
            <ac:spMk id="2" creationId="{63788F87-9FB5-2D06-7759-A025B673C6C1}"/>
          </ac:spMkLst>
        </pc:spChg>
        <pc:spChg chg="mod">
          <ac:chgData name="(s) Heidi Ginnaw" userId="12fb3f67-87da-4341-a039-09e2d1b3fb4e" providerId="ADAL" clId="{B60BF76D-B76B-4AA8-B97B-52BA32BE7A02}" dt="2026-01-12T15:33:28.440" v="1661" actId="20577"/>
          <ac:spMkLst>
            <pc:docMk/>
            <pc:sldMk cId="1918547242" sldId="270"/>
            <ac:spMk id="3" creationId="{ADB38CE5-F83E-256E-456C-4CB9636AD034}"/>
          </ac:spMkLst>
        </pc:spChg>
        <pc:picChg chg="add del mod">
          <ac:chgData name="(s) Heidi Ginnaw" userId="12fb3f67-87da-4341-a039-09e2d1b3fb4e" providerId="ADAL" clId="{B60BF76D-B76B-4AA8-B97B-52BA32BE7A02}" dt="2026-01-12T16:23:51.618" v="1753"/>
          <ac:picMkLst>
            <pc:docMk/>
            <pc:sldMk cId="1918547242" sldId="270"/>
            <ac:picMk id="5" creationId="{6172B275-1C4C-56C7-2E6A-71BDF591EBC9}"/>
          </ac:picMkLst>
        </pc:picChg>
        <pc:picChg chg="add del mod">
          <ac:chgData name="(s) Heidi Ginnaw" userId="12fb3f67-87da-4341-a039-09e2d1b3fb4e" providerId="ADAL" clId="{B60BF76D-B76B-4AA8-B97B-52BA32BE7A02}" dt="2026-01-12T16:49:32.531" v="1757"/>
          <ac:picMkLst>
            <pc:docMk/>
            <pc:sldMk cId="1918547242" sldId="270"/>
            <ac:picMk id="7" creationId="{DE138C0E-B2AD-BC72-2643-BA305C79D39E}"/>
          </ac:picMkLst>
        </pc:picChg>
        <pc:picChg chg="add del mod">
          <ac:chgData name="(s) Heidi Ginnaw" userId="12fb3f67-87da-4341-a039-09e2d1b3fb4e" providerId="ADAL" clId="{B60BF76D-B76B-4AA8-B97B-52BA32BE7A02}" dt="2026-01-12T17:20:57.950" v="1767"/>
          <ac:picMkLst>
            <pc:docMk/>
            <pc:sldMk cId="1918547242" sldId="270"/>
            <ac:picMk id="10" creationId="{F543ABEE-078B-6BC0-E9DC-1E296C3502E0}"/>
          </ac:picMkLst>
        </pc:picChg>
        <pc:picChg chg="add mod">
          <ac:chgData name="(s) Heidi Ginnaw" userId="12fb3f67-87da-4341-a039-09e2d1b3fb4e" providerId="ADAL" clId="{B60BF76D-B76B-4AA8-B97B-52BA32BE7A02}" dt="2026-01-12T17:26:55.340" v="1782"/>
          <ac:picMkLst>
            <pc:docMk/>
            <pc:sldMk cId="1918547242" sldId="270"/>
            <ac:picMk id="14" creationId="{643701D5-27D4-7421-BD8A-8D2EEC679035}"/>
          </ac:picMkLst>
        </pc:picChg>
      </pc:sldChg>
      <pc:sldChg chg="addSp delSp modSp add mod modTransition modAnim">
        <pc:chgData name="(s) Heidi Ginnaw" userId="12fb3f67-87da-4341-a039-09e2d1b3fb4e" providerId="ADAL" clId="{B60BF76D-B76B-4AA8-B97B-52BA32BE7A02}" dt="2026-01-12T17:26:55.340" v="1782"/>
        <pc:sldMkLst>
          <pc:docMk/>
          <pc:sldMk cId="2516997878" sldId="271"/>
        </pc:sldMkLst>
        <pc:spChg chg="mod">
          <ac:chgData name="(s) Heidi Ginnaw" userId="12fb3f67-87da-4341-a039-09e2d1b3fb4e" providerId="ADAL" clId="{B60BF76D-B76B-4AA8-B97B-52BA32BE7A02}" dt="2026-01-12T12:47:46.364" v="1513" actId="1076"/>
          <ac:spMkLst>
            <pc:docMk/>
            <pc:sldMk cId="2516997878" sldId="271"/>
            <ac:spMk id="5" creationId="{AA278841-E6A2-DE70-843B-6DB8B5FF8EE4}"/>
          </ac:spMkLst>
        </pc:spChg>
        <pc:picChg chg="add del mod">
          <ac:chgData name="(s) Heidi Ginnaw" userId="12fb3f67-87da-4341-a039-09e2d1b3fb4e" providerId="ADAL" clId="{B60BF76D-B76B-4AA8-B97B-52BA32BE7A02}" dt="2026-01-12T16:23:51.618" v="1753"/>
          <ac:picMkLst>
            <pc:docMk/>
            <pc:sldMk cId="2516997878" sldId="271"/>
            <ac:picMk id="4" creationId="{2D0DA835-8E18-4DB7-6305-71D91BA2876E}"/>
          </ac:picMkLst>
        </pc:picChg>
        <pc:picChg chg="add del mod">
          <ac:chgData name="(s) Heidi Ginnaw" userId="12fb3f67-87da-4341-a039-09e2d1b3fb4e" providerId="ADAL" clId="{B60BF76D-B76B-4AA8-B97B-52BA32BE7A02}" dt="2026-01-12T16:49:32.531" v="1757"/>
          <ac:picMkLst>
            <pc:docMk/>
            <pc:sldMk cId="2516997878" sldId="271"/>
            <ac:picMk id="7" creationId="{11476D07-F559-07E8-AF27-B9AF9D5C3C4D}"/>
          </ac:picMkLst>
        </pc:picChg>
        <pc:picChg chg="add del mod">
          <ac:chgData name="(s) Heidi Ginnaw" userId="12fb3f67-87da-4341-a039-09e2d1b3fb4e" providerId="ADAL" clId="{B60BF76D-B76B-4AA8-B97B-52BA32BE7A02}" dt="2026-01-12T17:20:57.950" v="1767"/>
          <ac:picMkLst>
            <pc:docMk/>
            <pc:sldMk cId="2516997878" sldId="271"/>
            <ac:picMk id="10" creationId="{9A918B68-170C-BF11-2A04-517EAB9A9C7F}"/>
          </ac:picMkLst>
        </pc:picChg>
        <pc:picChg chg="add mod">
          <ac:chgData name="(s) Heidi Ginnaw" userId="12fb3f67-87da-4341-a039-09e2d1b3fb4e" providerId="ADAL" clId="{B60BF76D-B76B-4AA8-B97B-52BA32BE7A02}" dt="2026-01-12T17:26:55.340" v="1782"/>
          <ac:picMkLst>
            <pc:docMk/>
            <pc:sldMk cId="2516997878" sldId="271"/>
            <ac:picMk id="14" creationId="{F6BA1062-B69F-9E99-1544-5699138F339D}"/>
          </ac:picMkLst>
        </pc:picChg>
        <pc:picChg chg="add del mod">
          <ac:chgData name="(s) Heidi Ginnaw" userId="12fb3f67-87da-4341-a039-09e2d1b3fb4e" providerId="ADAL" clId="{B60BF76D-B76B-4AA8-B97B-52BA32BE7A02}" dt="2026-01-12T12:50:35.954" v="1519" actId="478"/>
          <ac:picMkLst>
            <pc:docMk/>
            <pc:sldMk cId="2516997878" sldId="271"/>
            <ac:picMk id="1026" creationId="{180481EA-DF36-8792-6B11-8A3A98F5CD7F}"/>
          </ac:picMkLst>
        </pc:picChg>
        <pc:picChg chg="add mod">
          <ac:chgData name="(s) Heidi Ginnaw" userId="12fb3f67-87da-4341-a039-09e2d1b3fb4e" providerId="ADAL" clId="{B60BF76D-B76B-4AA8-B97B-52BA32BE7A02}" dt="2026-01-12T12:52:14.438" v="1525" actId="1076"/>
          <ac:picMkLst>
            <pc:docMk/>
            <pc:sldMk cId="2516997878" sldId="271"/>
            <ac:picMk id="1028" creationId="{3F3783FC-217F-D8C9-84A5-F66467623A30}"/>
          </ac:picMkLst>
        </pc:picChg>
        <pc:picChg chg="del">
          <ac:chgData name="(s) Heidi Ginnaw" userId="12fb3f67-87da-4341-a039-09e2d1b3fb4e" providerId="ADAL" clId="{B60BF76D-B76B-4AA8-B97B-52BA32BE7A02}" dt="2026-01-12T12:47:48.326" v="1514" actId="478"/>
          <ac:picMkLst>
            <pc:docMk/>
            <pc:sldMk cId="2516997878" sldId="271"/>
            <ac:picMk id="4100" creationId="{6EFF61F6-DFC9-3019-E5D0-5FB950A9E0F3}"/>
          </ac:picMkLst>
        </pc:picChg>
      </pc:sldChg>
      <pc:sldChg chg="modSp new del mod">
        <pc:chgData name="(s) Heidi Ginnaw" userId="12fb3f67-87da-4341-a039-09e2d1b3fb4e" providerId="ADAL" clId="{B60BF76D-B76B-4AA8-B97B-52BA32BE7A02}" dt="2026-01-12T12:47:22.478" v="1488" actId="680"/>
        <pc:sldMkLst>
          <pc:docMk/>
          <pc:sldMk cId="2970976713" sldId="271"/>
        </pc:sldMkLst>
        <pc:spChg chg="mod">
          <ac:chgData name="(s) Heidi Ginnaw" userId="12fb3f67-87da-4341-a039-09e2d1b3fb4e" providerId="ADAL" clId="{B60BF76D-B76B-4AA8-B97B-52BA32BE7A02}" dt="2026-01-12T12:47:21.893" v="1487" actId="20577"/>
          <ac:spMkLst>
            <pc:docMk/>
            <pc:sldMk cId="2970976713" sldId="271"/>
            <ac:spMk id="2" creationId="{06252DDD-C39D-A480-4842-D635409A17CE}"/>
          </ac:spMkLst>
        </pc:spChg>
      </pc:sldChg>
      <pc:sldChg chg="addSp delSp modSp new mod modTransition modAnim">
        <pc:chgData name="(s) Heidi Ginnaw" userId="12fb3f67-87da-4341-a039-09e2d1b3fb4e" providerId="ADAL" clId="{B60BF76D-B76B-4AA8-B97B-52BA32BE7A02}" dt="2026-01-12T17:30:03.534" v="1795"/>
        <pc:sldMkLst>
          <pc:docMk/>
          <pc:sldMk cId="2199828881" sldId="272"/>
        </pc:sldMkLst>
        <pc:spChg chg="mod">
          <ac:chgData name="(s) Heidi Ginnaw" userId="12fb3f67-87da-4341-a039-09e2d1b3fb4e" providerId="ADAL" clId="{B60BF76D-B76B-4AA8-B97B-52BA32BE7A02}" dt="2026-01-12T13:10:45.102" v="1570" actId="20577"/>
          <ac:spMkLst>
            <pc:docMk/>
            <pc:sldMk cId="2199828881" sldId="272"/>
            <ac:spMk id="2" creationId="{F88D50C5-D877-8666-356D-0DBBBAC30ABF}"/>
          </ac:spMkLst>
        </pc:spChg>
        <pc:spChg chg="mod">
          <ac:chgData name="(s) Heidi Ginnaw" userId="12fb3f67-87da-4341-a039-09e2d1b3fb4e" providerId="ADAL" clId="{B60BF76D-B76B-4AA8-B97B-52BA32BE7A02}" dt="2026-01-12T14:46:50.288" v="1579" actId="20577"/>
          <ac:spMkLst>
            <pc:docMk/>
            <pc:sldMk cId="2199828881" sldId="272"/>
            <ac:spMk id="3" creationId="{CDE0EF72-1E43-E881-BED4-8818F5CF2FA7}"/>
          </ac:spMkLst>
        </pc:spChg>
        <pc:picChg chg="add del mod">
          <ac:chgData name="(s) Heidi Ginnaw" userId="12fb3f67-87da-4341-a039-09e2d1b3fb4e" providerId="ADAL" clId="{B60BF76D-B76B-4AA8-B97B-52BA32BE7A02}" dt="2026-01-12T16:23:51.618" v="1753"/>
          <ac:picMkLst>
            <pc:docMk/>
            <pc:sldMk cId="2199828881" sldId="272"/>
            <ac:picMk id="5" creationId="{80B236C9-7989-42DA-58F7-B2A6C8D1F762}"/>
          </ac:picMkLst>
        </pc:picChg>
        <pc:picChg chg="add del mod">
          <ac:chgData name="(s) Heidi Ginnaw" userId="12fb3f67-87da-4341-a039-09e2d1b3fb4e" providerId="ADAL" clId="{B60BF76D-B76B-4AA8-B97B-52BA32BE7A02}" dt="2026-01-12T16:49:32.531" v="1757"/>
          <ac:picMkLst>
            <pc:docMk/>
            <pc:sldMk cId="2199828881" sldId="272"/>
            <ac:picMk id="9" creationId="{9F11331B-4339-B10D-5A8F-939E0E204EEF}"/>
          </ac:picMkLst>
        </pc:picChg>
        <pc:picChg chg="add del mod">
          <ac:chgData name="(s) Heidi Ginnaw" userId="12fb3f67-87da-4341-a039-09e2d1b3fb4e" providerId="ADAL" clId="{B60BF76D-B76B-4AA8-B97B-52BA32BE7A02}" dt="2026-01-12T17:20:55.981" v="1766"/>
          <ac:picMkLst>
            <pc:docMk/>
            <pc:sldMk cId="2199828881" sldId="272"/>
            <ac:picMk id="14" creationId="{19318BC0-6CFF-A19B-BD33-BDD578F281B1}"/>
          </ac:picMkLst>
        </pc:picChg>
        <pc:picChg chg="add mod">
          <ac:chgData name="(s) Heidi Ginnaw" userId="12fb3f67-87da-4341-a039-09e2d1b3fb4e" providerId="ADAL" clId="{B60BF76D-B76B-4AA8-B97B-52BA32BE7A02}" dt="2026-01-12T17:30:03.534" v="1795"/>
          <ac:picMkLst>
            <pc:docMk/>
            <pc:sldMk cId="2199828881" sldId="272"/>
            <ac:picMk id="22" creationId="{91A0B375-67B7-56D4-51A4-73CFB2B3520A}"/>
          </ac:picMkLst>
        </pc:picChg>
      </pc:sldChg>
      <pc:sldChg chg="addSp delSp modSp new mod modTransition modClrScheme modAnim chgLayout">
        <pc:chgData name="(s) Heidi Ginnaw" userId="12fb3f67-87da-4341-a039-09e2d1b3fb4e" providerId="ADAL" clId="{B60BF76D-B76B-4AA8-B97B-52BA32BE7A02}" dt="2026-01-12T17:30:03.534" v="1795"/>
        <pc:sldMkLst>
          <pc:docMk/>
          <pc:sldMk cId="238177372" sldId="273"/>
        </pc:sldMkLst>
        <pc:spChg chg="del mod ord">
          <ac:chgData name="(s) Heidi Ginnaw" userId="12fb3f67-87da-4341-a039-09e2d1b3fb4e" providerId="ADAL" clId="{B60BF76D-B76B-4AA8-B97B-52BA32BE7A02}" dt="2026-01-12T15:03:06.446" v="1582" actId="700"/>
          <ac:spMkLst>
            <pc:docMk/>
            <pc:sldMk cId="238177372" sldId="273"/>
            <ac:spMk id="2" creationId="{10E69B1D-F85A-2645-7D03-F5357A68EB9E}"/>
          </ac:spMkLst>
        </pc:spChg>
        <pc:spChg chg="del">
          <ac:chgData name="(s) Heidi Ginnaw" userId="12fb3f67-87da-4341-a039-09e2d1b3fb4e" providerId="ADAL" clId="{B60BF76D-B76B-4AA8-B97B-52BA32BE7A02}" dt="2026-01-12T15:03:06.446" v="1582" actId="700"/>
          <ac:spMkLst>
            <pc:docMk/>
            <pc:sldMk cId="238177372" sldId="273"/>
            <ac:spMk id="3" creationId="{863D5779-5CAB-46EF-4273-39DAA18EB359}"/>
          </ac:spMkLst>
        </pc:spChg>
        <pc:spChg chg="add mod ord">
          <ac:chgData name="(s) Heidi Ginnaw" userId="12fb3f67-87da-4341-a039-09e2d1b3fb4e" providerId="ADAL" clId="{B60BF76D-B76B-4AA8-B97B-52BA32BE7A02}" dt="2026-01-12T15:03:48.824" v="1612" actId="1076"/>
          <ac:spMkLst>
            <pc:docMk/>
            <pc:sldMk cId="238177372" sldId="273"/>
            <ac:spMk id="4" creationId="{1ED71BD4-BAAA-AB65-3C7F-65FD25AF71C2}"/>
          </ac:spMkLst>
        </pc:spChg>
        <pc:picChg chg="add del mod">
          <ac:chgData name="(s) Heidi Ginnaw" userId="12fb3f67-87da-4341-a039-09e2d1b3fb4e" providerId="ADAL" clId="{B60BF76D-B76B-4AA8-B97B-52BA32BE7A02}" dt="2026-01-12T16:23:51.618" v="1753"/>
          <ac:picMkLst>
            <pc:docMk/>
            <pc:sldMk cId="238177372" sldId="273"/>
            <ac:picMk id="6" creationId="{8BA9943D-A2CB-1B6E-ABD2-28EC0CFBCF5E}"/>
          </ac:picMkLst>
        </pc:picChg>
        <pc:picChg chg="add del mod">
          <ac:chgData name="(s) Heidi Ginnaw" userId="12fb3f67-87da-4341-a039-09e2d1b3fb4e" providerId="ADAL" clId="{B60BF76D-B76B-4AA8-B97B-52BA32BE7A02}" dt="2026-01-12T16:49:32.531" v="1757"/>
          <ac:picMkLst>
            <pc:docMk/>
            <pc:sldMk cId="238177372" sldId="273"/>
            <ac:picMk id="9" creationId="{5266DB5E-85B1-4BD1-11F2-C2E7FE245865}"/>
          </ac:picMkLst>
        </pc:picChg>
        <pc:picChg chg="add del mod">
          <ac:chgData name="(s) Heidi Ginnaw" userId="12fb3f67-87da-4341-a039-09e2d1b3fb4e" providerId="ADAL" clId="{B60BF76D-B76B-4AA8-B97B-52BA32BE7A02}" dt="2026-01-12T17:20:57.950" v="1767"/>
          <ac:picMkLst>
            <pc:docMk/>
            <pc:sldMk cId="238177372" sldId="273"/>
            <ac:picMk id="12" creationId="{019172D7-E556-C414-C854-56CC39454474}"/>
          </ac:picMkLst>
        </pc:picChg>
        <pc:picChg chg="add mod">
          <ac:chgData name="(s) Heidi Ginnaw" userId="12fb3f67-87da-4341-a039-09e2d1b3fb4e" providerId="ADAL" clId="{B60BF76D-B76B-4AA8-B97B-52BA32BE7A02}" dt="2026-01-12T17:30:03.534" v="1795"/>
          <ac:picMkLst>
            <pc:docMk/>
            <pc:sldMk cId="238177372" sldId="273"/>
            <ac:picMk id="16" creationId="{3CEC12F0-C14D-34BD-93E4-0E31C5EB9A0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361A0DF-98B3-4760-BA35-C648BD584598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FD99143-6135-4A28-9A43-C089B6D3E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596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A0DF-98B3-4760-BA35-C648BD584598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9143-6135-4A28-9A43-C089B6D3E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462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361A0DF-98B3-4760-BA35-C648BD584598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FD99143-6135-4A28-9A43-C089B6D3E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130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A0DF-98B3-4760-BA35-C648BD584598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9143-6135-4A28-9A43-C089B6D3E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227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A0DF-98B3-4760-BA35-C648BD584598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9143-6135-4A28-9A43-C089B6D3E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5109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A0DF-98B3-4760-BA35-C648BD584598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9143-6135-4A28-9A43-C089B6D3E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89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A0DF-98B3-4760-BA35-C648BD584598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9143-6135-4A28-9A43-C089B6D3E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347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A0DF-98B3-4760-BA35-C648BD584598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9143-6135-4A28-9A43-C089B6D3E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253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A0DF-98B3-4760-BA35-C648BD584598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9143-6135-4A28-9A43-C089B6D3E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481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A0DF-98B3-4760-BA35-C648BD584598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9143-6135-4A28-9A43-C089B6D3E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304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361A0DF-98B3-4760-BA35-C648BD584598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FD99143-6135-4A28-9A43-C089B6D3E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6161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361A0DF-98B3-4760-BA35-C648BD584598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FD99143-6135-4A28-9A43-C089B6D3E006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4321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361A0DF-98B3-4760-BA35-C648BD584598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FD99143-6135-4A28-9A43-C089B6D3E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253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A0DF-98B3-4760-BA35-C648BD584598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9143-6135-4A28-9A43-C089B6D3E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13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A0DF-98B3-4760-BA35-C648BD584598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9143-6135-4A28-9A43-C089B6D3E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2471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A0DF-98B3-4760-BA35-C648BD584598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99143-6135-4A28-9A43-C089B6D3E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0149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361A0DF-98B3-4760-BA35-C648BD584598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FD99143-6135-4A28-9A43-C089B6D3E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805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1A0DF-98B3-4760-BA35-C648BD584598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99143-6135-4A28-9A43-C089B6D3E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48062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6" Type="http://schemas.openxmlformats.org/officeDocument/2006/relationships/image" Target="../media/image3.png"/><Relationship Id="rId5" Type="http://schemas.openxmlformats.org/officeDocument/2006/relationships/hyperlink" Target="https://standardnotes.com/features" TargetMode="External"/><Relationship Id="rId4" Type="http://schemas.openxmlformats.org/officeDocument/2006/relationships/hyperlink" Target="https://owasp.org/Top10/2025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B21DB-BFDB-D43B-D7DF-8F96D49FF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684533"/>
            <a:ext cx="9448800" cy="1825096"/>
          </a:xfrm>
        </p:spPr>
        <p:txBody>
          <a:bodyPr/>
          <a:lstStyle/>
          <a:p>
            <a:r>
              <a:rPr lang="en-GB" dirty="0" err="1"/>
              <a:t>Lockd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45F36C-78B8-518A-9EC3-D41287A33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 Heidi Ginnaw</a:t>
            </a:r>
          </a:p>
        </p:txBody>
      </p:sp>
      <p:pic>
        <p:nvPicPr>
          <p:cNvPr id="38" name="Audio 37">
            <a:hlinkClick r:id="" action="ppaction://media"/>
            <a:extLst>
              <a:ext uri="{FF2B5EF4-FFF2-40B4-BE49-F238E27FC236}">
                <a16:creationId xmlns:a16="http://schemas.microsoft.com/office/drawing/2014/main" id="{2F8B36B3-E26B-4796-3618-8B636636A8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12581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30"/>
    </mc:Choice>
    <mc:Fallback>
      <p:transition spd="slow" advTm="44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DA4A-3F8C-ADFB-B13B-1E3E0BC0A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14A93-20A2-3AC7-77A3-8CC7D2D06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Secure Notes Application:</a:t>
            </a:r>
          </a:p>
          <a:p>
            <a:pPr lvl="1"/>
            <a:r>
              <a:rPr lang="en-GB" sz="2600" dirty="0"/>
              <a:t>Users will be able to save files</a:t>
            </a:r>
          </a:p>
          <a:p>
            <a:pPr lvl="1"/>
            <a:r>
              <a:rPr lang="en-GB" sz="2800" dirty="0"/>
              <a:t>Files should be encrypted then stored</a:t>
            </a:r>
          </a:p>
          <a:p>
            <a:pPr lvl="1"/>
            <a:r>
              <a:rPr lang="en-GB" sz="2800" dirty="0"/>
              <a:t>Application will be easy to navigate</a:t>
            </a:r>
          </a:p>
          <a:p>
            <a:pPr lvl="1"/>
            <a:r>
              <a:rPr lang="en-GB" sz="2800" dirty="0"/>
              <a:t>Users log in to access their notes</a:t>
            </a:r>
          </a:p>
          <a:p>
            <a:pPr lvl="1"/>
            <a:r>
              <a:rPr lang="en-GB" sz="2800" dirty="0"/>
              <a:t>Users’ passwords stored with argon2</a:t>
            </a:r>
          </a:p>
          <a:p>
            <a:pPr lvl="1"/>
            <a:r>
              <a:rPr lang="en-GB" sz="2800" dirty="0"/>
              <a:t>Note details can only be seen if chosen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pic>
        <p:nvPicPr>
          <p:cNvPr id="38" name="Audio 37">
            <a:hlinkClick r:id="" action="ppaction://media"/>
            <a:extLst>
              <a:ext uri="{FF2B5EF4-FFF2-40B4-BE49-F238E27FC236}">
                <a16:creationId xmlns:a16="http://schemas.microsoft.com/office/drawing/2014/main" id="{35A964D0-8FA3-7D69-6C7C-5A16EC43FB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52398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096"/>
    </mc:Choice>
    <mc:Fallback>
      <p:transition spd="slow" advTm="220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9C1DA-2CE0-8307-C0E6-8CC7BD4EF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AA06A-9EB2-21E6-68A6-A5365713F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Security best practices:</a:t>
            </a:r>
          </a:p>
          <a:p>
            <a:pPr lvl="1"/>
            <a:r>
              <a:rPr lang="en-US" sz="2800" dirty="0"/>
              <a:t>Open Worldwide Application Security Project (OWASP)</a:t>
            </a:r>
          </a:p>
          <a:p>
            <a:pPr lvl="1"/>
            <a:r>
              <a:rPr lang="en-US" sz="2800" dirty="0"/>
              <a:t>Argon2</a:t>
            </a:r>
          </a:p>
          <a:p>
            <a:pPr lvl="1"/>
            <a:r>
              <a:rPr lang="en-US" sz="2800" dirty="0"/>
              <a:t>Salting</a:t>
            </a:r>
          </a:p>
          <a:p>
            <a:r>
              <a:rPr lang="en-US" sz="2800" dirty="0"/>
              <a:t>Other similar products:</a:t>
            </a:r>
          </a:p>
          <a:p>
            <a:pPr lvl="1"/>
            <a:r>
              <a:rPr lang="en-US" sz="2800" dirty="0"/>
              <a:t>Standard notes</a:t>
            </a:r>
            <a:endParaRPr lang="en-US" dirty="0"/>
          </a:p>
        </p:txBody>
      </p:sp>
      <p:pic>
        <p:nvPicPr>
          <p:cNvPr id="18" name="Audio 17">
            <a:hlinkClick r:id="" action="ppaction://media"/>
            <a:extLst>
              <a:ext uri="{FF2B5EF4-FFF2-40B4-BE49-F238E27FC236}">
                <a16:creationId xmlns:a16="http://schemas.microsoft.com/office/drawing/2014/main" id="{9EFE3ACF-0ABF-0E91-C4FB-94F7D1F062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20649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396"/>
    </mc:Choice>
    <mc:Fallback>
      <p:transition spd="slow" advTm="353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53600-5E22-D6D6-ACB6-C738D3AE9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1852" y="371508"/>
            <a:ext cx="8610600" cy="1293028"/>
          </a:xfrm>
        </p:spPr>
        <p:txBody>
          <a:bodyPr/>
          <a:lstStyle/>
          <a:p>
            <a:r>
              <a:rPr lang="en-GB" dirty="0"/>
              <a:t>Project Plan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69896D-5D25-3B09-0824-97252A7C2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820" y="1372044"/>
            <a:ext cx="9738360" cy="5114448"/>
          </a:xfrm>
          <a:prstGeom prst="rect">
            <a:avLst/>
          </a:prstGeom>
        </p:spPr>
      </p:pic>
      <p:pic>
        <p:nvPicPr>
          <p:cNvPr id="32" name="Audio 31">
            <a:hlinkClick r:id="" action="ppaction://media"/>
            <a:extLst>
              <a:ext uri="{FF2B5EF4-FFF2-40B4-BE49-F238E27FC236}">
                <a16:creationId xmlns:a16="http://schemas.microsoft.com/office/drawing/2014/main" id="{1A15AC86-3C0C-0EFC-BB50-EEA98689CB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11904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74"/>
    </mc:Choice>
    <mc:Fallback>
      <p:transition spd="slow" advTm="177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668B8-4253-9617-785E-B371896A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Sprints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74114-4DBA-0C58-0A06-839AA8364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12759"/>
            <a:ext cx="10820400" cy="4122820"/>
          </a:xfrm>
        </p:spPr>
        <p:txBody>
          <a:bodyPr>
            <a:normAutofit fontScale="92500" lnSpcReduction="20000"/>
          </a:bodyPr>
          <a:lstStyle/>
          <a:p>
            <a:r>
              <a:rPr lang="en-GB" sz="3100" b="1" dirty="0"/>
              <a:t>Sprint 1 (26/11/2025 – 9/12/2025)</a:t>
            </a:r>
          </a:p>
          <a:p>
            <a:pPr lvl="1"/>
            <a:r>
              <a:rPr lang="en-GB" sz="2200" b="1" dirty="0"/>
              <a:t>User Stories</a:t>
            </a:r>
          </a:p>
          <a:p>
            <a:pPr lvl="2"/>
            <a:r>
              <a:rPr lang="en-GB" sz="2000" dirty="0"/>
              <a:t>As a developer, I want to set up the infrastructure so I can start building the website</a:t>
            </a:r>
          </a:p>
          <a:p>
            <a:pPr lvl="2"/>
            <a:r>
              <a:rPr lang="en-GB" sz="2000" dirty="0"/>
              <a:t>As a user, I want the website to be easy to navigate</a:t>
            </a:r>
          </a:p>
          <a:p>
            <a:pPr lvl="1"/>
            <a:r>
              <a:rPr lang="en-GB" sz="2400" b="1" dirty="0"/>
              <a:t>Tasks</a:t>
            </a:r>
          </a:p>
          <a:p>
            <a:pPr lvl="2"/>
            <a:r>
              <a:rPr lang="en-GB" sz="2000" dirty="0"/>
              <a:t>Set up repository</a:t>
            </a:r>
          </a:p>
          <a:p>
            <a:pPr lvl="2"/>
            <a:r>
              <a:rPr lang="en-GB" sz="2000" dirty="0"/>
              <a:t>Download extensions and required software</a:t>
            </a:r>
          </a:p>
          <a:p>
            <a:pPr lvl="2"/>
            <a:r>
              <a:rPr lang="en-GB" sz="2000" dirty="0"/>
              <a:t>Create sitemap</a:t>
            </a:r>
          </a:p>
          <a:p>
            <a:pPr lvl="2"/>
            <a:r>
              <a:rPr lang="en-GB" sz="2000" dirty="0"/>
              <a:t>Create base wireframe</a:t>
            </a:r>
          </a:p>
          <a:p>
            <a:pPr lvl="2"/>
            <a:r>
              <a:rPr lang="en-GB" sz="2000" dirty="0"/>
              <a:t>Create individual ‘page’ wireframes</a:t>
            </a:r>
          </a:p>
          <a:p>
            <a:pPr lvl="1"/>
            <a:r>
              <a:rPr lang="en-GB" sz="2200" b="1" dirty="0"/>
              <a:t>Deliverables</a:t>
            </a:r>
          </a:p>
          <a:p>
            <a:pPr lvl="2"/>
            <a:r>
              <a:rPr lang="en-GB" sz="2000" dirty="0"/>
              <a:t>The software is set up, so when the design is ready, I can start programming. The layout of the website is designed so program architecture can now be designed.</a:t>
            </a:r>
          </a:p>
          <a:p>
            <a:pPr lvl="1"/>
            <a:endParaRPr lang="en-GB" dirty="0"/>
          </a:p>
        </p:txBody>
      </p:sp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2F44F2F5-3328-D71C-2F8B-E22C5D9209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46607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32"/>
    </mc:Choice>
    <mc:Fallback>
      <p:transition spd="slow" advTm="130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C9D14-5882-C124-F2B4-29EF31BDA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19F60-9931-F3C5-970E-1DD3021FC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Sprints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17690-1B1E-AEF0-D70A-4ED4BB44F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12759"/>
            <a:ext cx="10820400" cy="4122820"/>
          </a:xfrm>
        </p:spPr>
        <p:txBody>
          <a:bodyPr>
            <a:normAutofit lnSpcReduction="10000"/>
          </a:bodyPr>
          <a:lstStyle/>
          <a:p>
            <a:r>
              <a:rPr lang="en-GB" sz="3100" b="1" dirty="0"/>
              <a:t>Sprint 2 (9/12/2025 – 23/12/2025)</a:t>
            </a:r>
          </a:p>
          <a:p>
            <a:pPr lvl="1"/>
            <a:r>
              <a:rPr lang="en-GB" sz="2200" b="1" dirty="0"/>
              <a:t>User Stories</a:t>
            </a:r>
          </a:p>
          <a:p>
            <a:pPr lvl="2"/>
            <a:r>
              <a:rPr lang="en-GB" sz="2000" dirty="0"/>
              <a:t>As a developer, I want the website to be easy to program and maintain</a:t>
            </a:r>
          </a:p>
          <a:p>
            <a:pPr lvl="2"/>
            <a:r>
              <a:rPr lang="en-GB" sz="2000" dirty="0"/>
              <a:t>As a user, I want all my notes to be encrypted to ensure that they are secure</a:t>
            </a:r>
          </a:p>
          <a:p>
            <a:pPr lvl="1"/>
            <a:r>
              <a:rPr lang="en-GB" sz="2200" b="1" dirty="0"/>
              <a:t>Tasks</a:t>
            </a:r>
          </a:p>
          <a:p>
            <a:pPr lvl="2"/>
            <a:r>
              <a:rPr lang="en-GB" sz="2000" dirty="0"/>
              <a:t>Create class diagrams</a:t>
            </a:r>
          </a:p>
          <a:p>
            <a:pPr lvl="2"/>
            <a:r>
              <a:rPr lang="en-GB" sz="2000" dirty="0"/>
              <a:t>Research best encryption methods</a:t>
            </a:r>
          </a:p>
          <a:p>
            <a:pPr lvl="2"/>
            <a:r>
              <a:rPr lang="en-GB" sz="2000" dirty="0"/>
              <a:t>Research best security practices</a:t>
            </a:r>
          </a:p>
          <a:p>
            <a:pPr lvl="2"/>
            <a:r>
              <a:rPr lang="en-GB" sz="2000" dirty="0"/>
              <a:t>Plan the security for the website</a:t>
            </a:r>
          </a:p>
          <a:p>
            <a:pPr lvl="1"/>
            <a:r>
              <a:rPr lang="en-GB" sz="2200" b="1" dirty="0"/>
              <a:t>Deliverables</a:t>
            </a:r>
          </a:p>
          <a:p>
            <a:pPr lvl="2"/>
            <a:r>
              <a:rPr lang="en-GB" sz="2000" dirty="0"/>
              <a:t>The architecture of the code is designed, so when programming starts it is easy to know what to code , and the security has been researched and planned.</a:t>
            </a:r>
          </a:p>
          <a:p>
            <a:pPr lvl="1"/>
            <a:endParaRPr lang="en-GB" dirty="0"/>
          </a:p>
        </p:txBody>
      </p:sp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AE3102BD-6AE1-7114-0091-E76D7CBEFB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979800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500"/>
    </mc:Choice>
    <mc:Fallback>
      <p:transition spd="slow" advTm="10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92D09-4934-2AA8-2F11-589CF04C7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CBD38-CC1D-B2FA-446B-946004081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Sprints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A33FB-EDA7-EB8D-94DC-5914F1322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28801"/>
            <a:ext cx="10820400" cy="4122820"/>
          </a:xfrm>
        </p:spPr>
        <p:txBody>
          <a:bodyPr>
            <a:normAutofit/>
          </a:bodyPr>
          <a:lstStyle/>
          <a:p>
            <a:r>
              <a:rPr lang="en-GB" sz="3100" b="1" dirty="0"/>
              <a:t>Sprint 3 (1/1/2026 – 15/1/2026)</a:t>
            </a:r>
          </a:p>
          <a:p>
            <a:pPr lvl="1"/>
            <a:r>
              <a:rPr lang="en-GB" sz="2200" b="1" dirty="0"/>
              <a:t>User Stories</a:t>
            </a:r>
          </a:p>
          <a:p>
            <a:pPr lvl="2"/>
            <a:r>
              <a:rPr lang="en-GB" sz="2000" dirty="0"/>
              <a:t>As a developer, I want to complete the mid project review</a:t>
            </a:r>
          </a:p>
          <a:p>
            <a:pPr lvl="1"/>
            <a:r>
              <a:rPr lang="en-GB" sz="2200" b="1" dirty="0"/>
              <a:t>Tasks</a:t>
            </a:r>
          </a:p>
          <a:p>
            <a:pPr lvl="2"/>
            <a:r>
              <a:rPr lang="en-GB" sz="2000" dirty="0"/>
              <a:t>Create the slides</a:t>
            </a:r>
          </a:p>
          <a:p>
            <a:pPr lvl="2"/>
            <a:r>
              <a:rPr lang="en-GB" sz="2000" dirty="0"/>
              <a:t>Record the video</a:t>
            </a:r>
          </a:p>
          <a:p>
            <a:pPr lvl="2"/>
            <a:r>
              <a:rPr lang="en-GB" sz="2000" dirty="0"/>
              <a:t>Write my professional development review</a:t>
            </a:r>
          </a:p>
          <a:p>
            <a:pPr lvl="1"/>
            <a:r>
              <a:rPr lang="en-GB" sz="2200" b="1" dirty="0"/>
              <a:t>Deliverables</a:t>
            </a:r>
          </a:p>
          <a:p>
            <a:pPr lvl="2"/>
            <a:r>
              <a:rPr lang="en-GB" sz="2000" dirty="0"/>
              <a:t>The slides and video explaining the scope of my project and work so far will be done and my professional development review will be submitted.</a:t>
            </a:r>
          </a:p>
          <a:p>
            <a:pPr lvl="1"/>
            <a:endParaRPr lang="en-GB" dirty="0"/>
          </a:p>
        </p:txBody>
      </p:sp>
      <p:pic>
        <p:nvPicPr>
          <p:cNvPr id="20" name="Audio 19">
            <a:hlinkClick r:id="" action="ppaction://media"/>
            <a:extLst>
              <a:ext uri="{FF2B5EF4-FFF2-40B4-BE49-F238E27FC236}">
                <a16:creationId xmlns:a16="http://schemas.microsoft.com/office/drawing/2014/main" id="{A4CF2AA6-5F85-0B62-0733-A9C0061097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80241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232"/>
    </mc:Choice>
    <mc:Fallback>
      <p:transition spd="slow" advTm="122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95A3-DD8B-2555-9498-91B139D0B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88F87-9FB5-2D06-7759-A025B673C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38CE5-F83E-256E-456C-4CB9636AD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28801"/>
            <a:ext cx="10820400" cy="4122820"/>
          </a:xfrm>
        </p:spPr>
        <p:txBody>
          <a:bodyPr>
            <a:normAutofit/>
          </a:bodyPr>
          <a:lstStyle/>
          <a:p>
            <a:r>
              <a:rPr lang="en-GB" sz="3100" b="1" dirty="0"/>
              <a:t>Sprint 4 (15/1/2026 – 29/1/2026)</a:t>
            </a:r>
          </a:p>
          <a:p>
            <a:pPr lvl="1"/>
            <a:r>
              <a:rPr lang="en-GB" sz="2200" b="1" dirty="0"/>
              <a:t>User Stories</a:t>
            </a:r>
          </a:p>
          <a:p>
            <a:pPr lvl="2"/>
            <a:r>
              <a:rPr lang="en-GB" sz="2000" dirty="0"/>
              <a:t>As a user, I want my notes to be kept secure behind a login page</a:t>
            </a:r>
          </a:p>
          <a:p>
            <a:pPr lvl="1"/>
            <a:r>
              <a:rPr lang="en-GB" sz="2200" b="1" dirty="0"/>
              <a:t>Tasks</a:t>
            </a:r>
          </a:p>
          <a:p>
            <a:pPr lvl="2"/>
            <a:r>
              <a:rPr lang="en-GB" sz="2000" dirty="0"/>
              <a:t>Design and implement a login page, that after a successful login, opens to the home page</a:t>
            </a:r>
          </a:p>
          <a:p>
            <a:pPr lvl="2"/>
            <a:r>
              <a:rPr lang="en-GB" sz="2000" dirty="0"/>
              <a:t>Securely hash and store the password</a:t>
            </a:r>
          </a:p>
          <a:p>
            <a:pPr lvl="1"/>
            <a:r>
              <a:rPr lang="en-GB" sz="2200" b="1" dirty="0"/>
              <a:t>Deliverables</a:t>
            </a:r>
          </a:p>
          <a:p>
            <a:pPr lvl="2"/>
            <a:r>
              <a:rPr lang="en-GB" sz="2000" dirty="0"/>
              <a:t>The login page will be complete, with the usernames and passwords being stored securely.</a:t>
            </a:r>
          </a:p>
          <a:p>
            <a:pPr lvl="1"/>
            <a:endParaRPr lang="en-GB" dirty="0"/>
          </a:p>
        </p:txBody>
      </p:sp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643701D5-27D4-7421-BD8A-8D2EEC67903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18547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70"/>
    </mc:Choice>
    <mc:Fallback>
      <p:transition spd="slow" advTm="126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C6048-2556-0639-4017-200D5D6E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840CD-E100-E9EC-8DCC-D5AA36DC5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16611"/>
            <a:ext cx="8610600" cy="904682"/>
          </a:xfrm>
        </p:spPr>
        <p:txBody>
          <a:bodyPr/>
          <a:lstStyle/>
          <a:p>
            <a:pPr algn="ctr"/>
            <a:r>
              <a:rPr lang="en-GB" dirty="0"/>
              <a:t>UML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995E44-A8EA-89FD-E9EB-A3DDF5A70F20}"/>
              </a:ext>
            </a:extLst>
          </p:cNvPr>
          <p:cNvSpPr txBox="1"/>
          <p:nvPr/>
        </p:nvSpPr>
        <p:spPr>
          <a:xfrm>
            <a:off x="6707777" y="795642"/>
            <a:ext cx="3233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Sitemap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EDD658F2-58E2-51A9-3FBE-FACC4A030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50" y="1557830"/>
            <a:ext cx="6743700" cy="467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Audio 20">
            <a:hlinkClick r:id="" action="ppaction://media"/>
            <a:extLst>
              <a:ext uri="{FF2B5EF4-FFF2-40B4-BE49-F238E27FC236}">
                <a16:creationId xmlns:a16="http://schemas.microsoft.com/office/drawing/2014/main" id="{D5FFF1F9-5880-6D09-7196-14D237FC20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58283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561"/>
    </mc:Choice>
    <mc:Fallback>
      <p:transition spd="slow" advTm="135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FF383-D4A0-450A-8F51-BABC05546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5558-3B88-4205-3022-1B3F45615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16611"/>
            <a:ext cx="8610600" cy="904682"/>
          </a:xfrm>
        </p:spPr>
        <p:txBody>
          <a:bodyPr/>
          <a:lstStyle/>
          <a:p>
            <a:pPr algn="ctr"/>
            <a:r>
              <a:rPr lang="en-GB" dirty="0"/>
              <a:t>UML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53FD28-23CE-2ECC-E876-57DE8A947F32}"/>
              </a:ext>
            </a:extLst>
          </p:cNvPr>
          <p:cNvSpPr txBox="1"/>
          <p:nvPr/>
        </p:nvSpPr>
        <p:spPr>
          <a:xfrm>
            <a:off x="5939681" y="834717"/>
            <a:ext cx="3233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Class Diagrams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A51BB568-5A68-D2E3-8729-35C269AA8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130" y="1440502"/>
            <a:ext cx="4775740" cy="4582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91A53EE6-2069-C015-A8DA-52A32CD8EF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940797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089"/>
    </mc:Choice>
    <mc:Fallback>
      <p:transition spd="slow" advTm="280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A2A6F-945E-9084-5901-236DC9AB9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ACEC0-30C7-8844-6233-0AF79A3B1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16611"/>
            <a:ext cx="8610600" cy="904682"/>
          </a:xfrm>
        </p:spPr>
        <p:txBody>
          <a:bodyPr/>
          <a:lstStyle/>
          <a:p>
            <a:pPr algn="ctr"/>
            <a:r>
              <a:rPr lang="en-GB" dirty="0"/>
              <a:t>UML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278841-E6A2-DE70-843B-6DB8B5FF8EE4}"/>
              </a:ext>
            </a:extLst>
          </p:cNvPr>
          <p:cNvSpPr txBox="1"/>
          <p:nvPr/>
        </p:nvSpPr>
        <p:spPr>
          <a:xfrm>
            <a:off x="5756801" y="834717"/>
            <a:ext cx="3233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Login Sequence Diagram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F3783FC-217F-D8C9-84A5-F66467623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848" y="1319581"/>
            <a:ext cx="5321808" cy="5321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F6BA1062-B69F-9E99-1544-5699138F33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516997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930"/>
    </mc:Choice>
    <mc:Fallback>
      <p:transition spd="slow" advTm="289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4B6B2-AC24-B727-132E-1EEF8AC8E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16611"/>
            <a:ext cx="8610600" cy="904682"/>
          </a:xfrm>
        </p:spPr>
        <p:txBody>
          <a:bodyPr/>
          <a:lstStyle/>
          <a:p>
            <a:pPr algn="ctr"/>
            <a:r>
              <a:rPr lang="en-GB" dirty="0"/>
              <a:t>Prototype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58559A-E698-5979-52A4-8BBD43A7D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86" y="1692092"/>
            <a:ext cx="6273516" cy="3771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AFCD70-8DA5-10BF-0A9B-70C2290C920A}"/>
              </a:ext>
            </a:extLst>
          </p:cNvPr>
          <p:cNvSpPr txBox="1"/>
          <p:nvPr/>
        </p:nvSpPr>
        <p:spPr>
          <a:xfrm>
            <a:off x="6387737" y="801782"/>
            <a:ext cx="3233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Wireframes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58D564A-38BB-2554-54D9-C37132EB4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052" y="2006560"/>
            <a:ext cx="4896513" cy="2943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10F2A8-D75D-A096-66EF-C0FAAF47F8D5}"/>
              </a:ext>
            </a:extLst>
          </p:cNvPr>
          <p:cNvCxnSpPr>
            <a:cxnSpLocks/>
          </p:cNvCxnSpPr>
          <p:nvPr/>
        </p:nvCxnSpPr>
        <p:spPr>
          <a:xfrm flipV="1">
            <a:off x="5833872" y="3913632"/>
            <a:ext cx="2615184" cy="7315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Audio 30">
            <a:hlinkClick r:id="" action="ppaction://media"/>
            <a:extLst>
              <a:ext uri="{FF2B5EF4-FFF2-40B4-BE49-F238E27FC236}">
                <a16:creationId xmlns:a16="http://schemas.microsoft.com/office/drawing/2014/main" id="{1DEC6E86-57D1-6CAE-7FE4-F3E9E69043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90296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686"/>
    </mc:Choice>
    <mc:Fallback>
      <p:transition spd="slow" advTm="196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37DAF-F5E2-D6C8-3881-421DCADFF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BE677-656F-2EB9-4215-425ABA850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16611"/>
            <a:ext cx="8610600" cy="904682"/>
          </a:xfrm>
        </p:spPr>
        <p:txBody>
          <a:bodyPr/>
          <a:lstStyle/>
          <a:p>
            <a:pPr algn="ctr"/>
            <a:r>
              <a:rPr lang="en-GB" dirty="0"/>
              <a:t>Prototype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2363B31-83BE-9F3A-C6F8-C8831B4A1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32" y="986448"/>
            <a:ext cx="4784753" cy="2876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40A399-7B1B-AD26-B253-98876D7CB559}"/>
              </a:ext>
            </a:extLst>
          </p:cNvPr>
          <p:cNvSpPr txBox="1"/>
          <p:nvPr/>
        </p:nvSpPr>
        <p:spPr>
          <a:xfrm>
            <a:off x="6387737" y="801782"/>
            <a:ext cx="3233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Wireframes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DFEE13C-55EA-43EF-6FB5-8B1E668EA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985" y="1701421"/>
            <a:ext cx="6149584" cy="3697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AA7091-FE99-5699-49A1-B6461679710B}"/>
              </a:ext>
            </a:extLst>
          </p:cNvPr>
          <p:cNvCxnSpPr>
            <a:cxnSpLocks/>
          </p:cNvCxnSpPr>
          <p:nvPr/>
        </p:nvCxnSpPr>
        <p:spPr>
          <a:xfrm>
            <a:off x="996696" y="1188487"/>
            <a:ext cx="5391041" cy="2482696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7FDB9E1E-DB0A-F24D-3C88-98CCA9D2C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31" y="3849172"/>
            <a:ext cx="4784754" cy="2876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ECD92A6-044C-1BD0-4514-5641CCB8C054}"/>
              </a:ext>
            </a:extLst>
          </p:cNvPr>
          <p:cNvCxnSpPr>
            <a:cxnSpLocks/>
          </p:cNvCxnSpPr>
          <p:nvPr/>
        </p:nvCxnSpPr>
        <p:spPr>
          <a:xfrm flipV="1">
            <a:off x="3236976" y="3831799"/>
            <a:ext cx="3150761" cy="185508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Audio 28">
            <a:hlinkClick r:id="" action="ppaction://media"/>
            <a:extLst>
              <a:ext uri="{FF2B5EF4-FFF2-40B4-BE49-F238E27FC236}">
                <a16:creationId xmlns:a16="http://schemas.microsoft.com/office/drawing/2014/main" id="{DF1FC2AF-42FC-59D7-D504-BD56B83AF69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657214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848"/>
    </mc:Choice>
    <mc:Fallback>
      <p:transition spd="slow" advTm="198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C6E93-68BB-489B-111E-DBE7B304B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0C038-AB26-D48C-2A75-A26A49539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16611"/>
            <a:ext cx="8610600" cy="904682"/>
          </a:xfrm>
        </p:spPr>
        <p:txBody>
          <a:bodyPr/>
          <a:lstStyle/>
          <a:p>
            <a:pPr algn="ctr"/>
            <a:r>
              <a:rPr lang="en-GB" dirty="0"/>
              <a:t>Prototype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E2F4437-667D-A842-83AB-85A079F78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61" y="1849768"/>
            <a:ext cx="6083557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E6E2CC-A956-1E54-5126-6A971DEC43E1}"/>
              </a:ext>
            </a:extLst>
          </p:cNvPr>
          <p:cNvSpPr txBox="1"/>
          <p:nvPr/>
        </p:nvSpPr>
        <p:spPr>
          <a:xfrm>
            <a:off x="6387737" y="801782"/>
            <a:ext cx="3233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Wireframes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775D386E-B555-4E2D-2214-9C77D400E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441" y="2252104"/>
            <a:ext cx="4745176" cy="2852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26D049-8CDB-880D-2619-11FC6AE24CD5}"/>
              </a:ext>
            </a:extLst>
          </p:cNvPr>
          <p:cNvCxnSpPr>
            <a:cxnSpLocks/>
          </p:cNvCxnSpPr>
          <p:nvPr/>
        </p:nvCxnSpPr>
        <p:spPr>
          <a:xfrm>
            <a:off x="6096000" y="2077210"/>
            <a:ext cx="4305300" cy="34978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Audio 21">
            <a:hlinkClick r:id="" action="ppaction://media"/>
            <a:extLst>
              <a:ext uri="{FF2B5EF4-FFF2-40B4-BE49-F238E27FC236}">
                <a16:creationId xmlns:a16="http://schemas.microsoft.com/office/drawing/2014/main" id="{B56A3029-1224-2638-52FD-EEBDA85DA1D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46990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276"/>
    </mc:Choice>
    <mc:Fallback>
      <p:transition spd="slow" advTm="142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9A16-1EDD-C0D3-D15D-7980277F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Issues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46200-4775-244A-5E05-DF592D755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Using argon2</a:t>
            </a:r>
          </a:p>
          <a:p>
            <a:r>
              <a:rPr lang="en-GB" sz="2400" dirty="0"/>
              <a:t>Encrypting files and performance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FDDD3AE3-531C-629B-A28B-CCD538E652A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10774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627"/>
    </mc:Choice>
    <mc:Fallback>
      <p:transition spd="slow" advTm="236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D71BD4-BAAA-AB65-3C7F-65FD25AF7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1733734"/>
            <a:ext cx="8610600" cy="3390532"/>
          </a:xfrm>
        </p:spPr>
        <p:txBody>
          <a:bodyPr>
            <a:normAutofit/>
          </a:bodyPr>
          <a:lstStyle/>
          <a:p>
            <a:pPr algn="ctr"/>
            <a:r>
              <a:rPr lang="en-GB" sz="6000" dirty="0"/>
              <a:t>Thank You for listening!</a:t>
            </a:r>
          </a:p>
        </p:txBody>
      </p:sp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3CEC12F0-C14D-34BD-93E4-0E31C5EB9A0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8177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09"/>
    </mc:Choice>
    <mc:Fallback>
      <p:transition spd="slow" advTm="29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D50C5-D877-8666-356D-0DBBBAC30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0EF72-1E43-E881-BED4-8818F5CF2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4"/>
              </a:rPr>
              <a:t>https://owasp.org/Top10/2025/</a:t>
            </a:r>
            <a:endParaRPr lang="en-GB" dirty="0"/>
          </a:p>
          <a:p>
            <a:r>
              <a:rPr lang="en-GB" dirty="0">
                <a:hlinkClick r:id="rId5"/>
              </a:rPr>
              <a:t>https://standardnotes.com/features</a:t>
            </a:r>
            <a:r>
              <a:rPr lang="en-GB" dirty="0"/>
              <a:t> </a:t>
            </a:r>
          </a:p>
        </p:txBody>
      </p:sp>
      <p:pic>
        <p:nvPicPr>
          <p:cNvPr id="22" name="Audio 21">
            <a:hlinkClick r:id="" action="ppaction://media"/>
            <a:extLst>
              <a:ext uri="{FF2B5EF4-FFF2-40B4-BE49-F238E27FC236}">
                <a16:creationId xmlns:a16="http://schemas.microsoft.com/office/drawing/2014/main" id="{91A0B375-67B7-56D4-51A4-73CFB2B352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199828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181"/>
    </mc:Choice>
    <mc:Fallback>
      <p:transition spd="slow" advTm="111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1295</TotalTime>
  <Words>444</Words>
  <Application>Microsoft Office PowerPoint</Application>
  <PresentationFormat>Widescreen</PresentationFormat>
  <Paragraphs>81</Paragraphs>
  <Slides>17</Slides>
  <Notes>0</Notes>
  <HiddenSlides>0</HiddenSlides>
  <MMClips>17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Century Gothic</vt:lpstr>
      <vt:lpstr>Vapor Trail</vt:lpstr>
      <vt:lpstr>Lockd</vt:lpstr>
      <vt:lpstr>Project Vision</vt:lpstr>
      <vt:lpstr>Background</vt:lpstr>
      <vt:lpstr>Project Plan</vt:lpstr>
      <vt:lpstr>Sprints so far</vt:lpstr>
      <vt:lpstr>Sprints so far</vt:lpstr>
      <vt:lpstr>Sprints so far</vt:lpstr>
      <vt:lpstr>Next Sprint</vt:lpstr>
      <vt:lpstr>UML Models</vt:lpstr>
      <vt:lpstr>UML Models</vt:lpstr>
      <vt:lpstr>UML Models</vt:lpstr>
      <vt:lpstr>Prototype</vt:lpstr>
      <vt:lpstr>Prototype</vt:lpstr>
      <vt:lpstr>Prototype</vt:lpstr>
      <vt:lpstr>Issues and challenges</vt:lpstr>
      <vt:lpstr>Thank You for listening!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(s) Heidi Ginnaw</dc:creator>
  <cp:lastModifiedBy>(s) Heidi Ginnaw</cp:lastModifiedBy>
  <cp:revision>1</cp:revision>
  <dcterms:created xsi:type="dcterms:W3CDTF">2025-12-02T12:14:43Z</dcterms:created>
  <dcterms:modified xsi:type="dcterms:W3CDTF">2026-01-12T17:54:22Z</dcterms:modified>
</cp:coreProperties>
</file>