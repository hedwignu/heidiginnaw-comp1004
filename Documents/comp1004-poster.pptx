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6DB"/>
    <a:srgbClr val="467549"/>
    <a:srgbClr val="C4D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099A13-05F3-496C-8C69-40CCFF0F52F2}" v="106" dt="2026-04-22T11:37:07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Heidi Ginnaw" userId="12fb3f67-87da-4341-a039-09e2d1b3fb4e" providerId="ADAL" clId="{B60BF76D-B76B-4AA8-B97B-52BA32BE7A02}"/>
    <pc:docChg chg="undo redo custSel modSld">
      <pc:chgData name="(s) Heidi Ginnaw" userId="12fb3f67-87da-4341-a039-09e2d1b3fb4e" providerId="ADAL" clId="{B60BF76D-B76B-4AA8-B97B-52BA32BE7A02}" dt="2026-04-22T11:37:07.846" v="2664" actId="1076"/>
      <pc:docMkLst>
        <pc:docMk/>
      </pc:docMkLst>
      <pc:sldChg chg="addSp delSp modSp mod setBg">
        <pc:chgData name="(s) Heidi Ginnaw" userId="12fb3f67-87da-4341-a039-09e2d1b3fb4e" providerId="ADAL" clId="{B60BF76D-B76B-4AA8-B97B-52BA32BE7A02}" dt="2026-04-22T11:37:07.846" v="2664" actId="1076"/>
        <pc:sldMkLst>
          <pc:docMk/>
          <pc:sldMk cId="3610186" sldId="256"/>
        </pc:sldMkLst>
        <pc:spChg chg="add mod">
          <ac:chgData name="(s) Heidi Ginnaw" userId="12fb3f67-87da-4341-a039-09e2d1b3fb4e" providerId="ADAL" clId="{B60BF76D-B76B-4AA8-B97B-52BA32BE7A02}" dt="2026-04-22T11:34:09.047" v="2651" actId="164"/>
          <ac:spMkLst>
            <pc:docMk/>
            <pc:sldMk cId="3610186" sldId="256"/>
            <ac:spMk id="2" creationId="{E586D10C-1510-6354-C3B9-42A00CEB9368}"/>
          </ac:spMkLst>
        </pc:spChg>
        <pc:spChg chg="add mod">
          <ac:chgData name="(s) Heidi Ginnaw" userId="12fb3f67-87da-4341-a039-09e2d1b3fb4e" providerId="ADAL" clId="{B60BF76D-B76B-4AA8-B97B-52BA32BE7A02}" dt="2026-04-22T11:34:09.047" v="2651" actId="164"/>
          <ac:spMkLst>
            <pc:docMk/>
            <pc:sldMk cId="3610186" sldId="256"/>
            <ac:spMk id="3" creationId="{905CC194-A2B2-4B3C-9243-87D7F5F79D57}"/>
          </ac:spMkLst>
        </pc:spChg>
        <pc:spChg chg="add mod">
          <ac:chgData name="(s) Heidi Ginnaw" userId="12fb3f67-87da-4341-a039-09e2d1b3fb4e" providerId="ADAL" clId="{B60BF76D-B76B-4AA8-B97B-52BA32BE7A02}" dt="2026-04-22T11:29:50.869" v="2414" actId="14100"/>
          <ac:spMkLst>
            <pc:docMk/>
            <pc:sldMk cId="3610186" sldId="256"/>
            <ac:spMk id="4" creationId="{8A26F384-AA4D-02BE-77BA-37EE09BF0FBC}"/>
          </ac:spMkLst>
        </pc:spChg>
        <pc:spChg chg="add mod">
          <ac:chgData name="(s) Heidi Ginnaw" userId="12fb3f67-87da-4341-a039-09e2d1b3fb4e" providerId="ADAL" clId="{B60BF76D-B76B-4AA8-B97B-52BA32BE7A02}" dt="2026-04-22T11:29:53.693" v="2415" actId="1076"/>
          <ac:spMkLst>
            <pc:docMk/>
            <pc:sldMk cId="3610186" sldId="256"/>
            <ac:spMk id="5" creationId="{91F07E42-667A-C323-D7A7-C15F6B20063A}"/>
          </ac:spMkLst>
        </pc:spChg>
        <pc:spChg chg="add mod">
          <ac:chgData name="(s) Heidi Ginnaw" userId="12fb3f67-87da-4341-a039-09e2d1b3fb4e" providerId="ADAL" clId="{B60BF76D-B76B-4AA8-B97B-52BA32BE7A02}" dt="2026-04-21T10:35:41.022" v="39" actId="13822"/>
          <ac:spMkLst>
            <pc:docMk/>
            <pc:sldMk cId="3610186" sldId="256"/>
            <ac:spMk id="6" creationId="{BE96FD2B-1ED5-2FCC-4F8E-13208612D691}"/>
          </ac:spMkLst>
        </pc:spChg>
        <pc:spChg chg="add mod">
          <ac:chgData name="(s) Heidi Ginnaw" userId="12fb3f67-87da-4341-a039-09e2d1b3fb4e" providerId="ADAL" clId="{B60BF76D-B76B-4AA8-B97B-52BA32BE7A02}" dt="2026-04-21T10:41:11.827" v="166" actId="1076"/>
          <ac:spMkLst>
            <pc:docMk/>
            <pc:sldMk cId="3610186" sldId="256"/>
            <ac:spMk id="7" creationId="{D6C4099B-AB03-ACF8-6289-49A0F5BBC630}"/>
          </ac:spMkLst>
        </pc:spChg>
        <pc:spChg chg="add mod">
          <ac:chgData name="(s) Heidi Ginnaw" userId="12fb3f67-87da-4341-a039-09e2d1b3fb4e" providerId="ADAL" clId="{B60BF76D-B76B-4AA8-B97B-52BA32BE7A02}" dt="2026-04-21T10:41:19.966" v="168" actId="1076"/>
          <ac:spMkLst>
            <pc:docMk/>
            <pc:sldMk cId="3610186" sldId="256"/>
            <ac:spMk id="8" creationId="{52584B9A-9A18-732A-AA42-E7930402C28D}"/>
          </ac:spMkLst>
        </pc:spChg>
        <pc:spChg chg="add mod">
          <ac:chgData name="(s) Heidi Ginnaw" userId="12fb3f67-87da-4341-a039-09e2d1b3fb4e" providerId="ADAL" clId="{B60BF76D-B76B-4AA8-B97B-52BA32BE7A02}" dt="2026-04-21T12:00:10.170" v="1651" actId="1076"/>
          <ac:spMkLst>
            <pc:docMk/>
            <pc:sldMk cId="3610186" sldId="256"/>
            <ac:spMk id="9" creationId="{3989AB81-94EB-73D5-F4F3-D94B6A22B71D}"/>
          </ac:spMkLst>
        </pc:spChg>
        <pc:spChg chg="add mod">
          <ac:chgData name="(s) Heidi Ginnaw" userId="12fb3f67-87da-4341-a039-09e2d1b3fb4e" providerId="ADAL" clId="{B60BF76D-B76B-4AA8-B97B-52BA32BE7A02}" dt="2026-04-22T10:32:40.758" v="1768" actId="1076"/>
          <ac:spMkLst>
            <pc:docMk/>
            <pc:sldMk cId="3610186" sldId="256"/>
            <ac:spMk id="10" creationId="{06FE88D2-07D9-6121-2329-4D7AD1F4B44B}"/>
          </ac:spMkLst>
        </pc:spChg>
        <pc:spChg chg="add mod">
          <ac:chgData name="(s) Heidi Ginnaw" userId="12fb3f67-87da-4341-a039-09e2d1b3fb4e" providerId="ADAL" clId="{B60BF76D-B76B-4AA8-B97B-52BA32BE7A02}" dt="2026-04-22T11:34:35.688" v="2655" actId="14100"/>
          <ac:spMkLst>
            <pc:docMk/>
            <pc:sldMk cId="3610186" sldId="256"/>
            <ac:spMk id="11" creationId="{BA1C9D23-CD83-FE57-B84C-1B76684ADE9B}"/>
          </ac:spMkLst>
        </pc:spChg>
        <pc:spChg chg="add del mod">
          <ac:chgData name="(s) Heidi Ginnaw" userId="12fb3f67-87da-4341-a039-09e2d1b3fb4e" providerId="ADAL" clId="{B60BF76D-B76B-4AA8-B97B-52BA32BE7A02}" dt="2026-04-21T11:52:20.448" v="1592" actId="478"/>
          <ac:spMkLst>
            <pc:docMk/>
            <pc:sldMk cId="3610186" sldId="256"/>
            <ac:spMk id="12" creationId="{4417671F-01BD-2C81-F7D9-527AD4F191E0}"/>
          </ac:spMkLst>
        </pc:spChg>
        <pc:spChg chg="add mod">
          <ac:chgData name="(s) Heidi Ginnaw" userId="12fb3f67-87da-4341-a039-09e2d1b3fb4e" providerId="ADAL" clId="{B60BF76D-B76B-4AA8-B97B-52BA32BE7A02}" dt="2026-04-22T11:34:59.058" v="2658" actId="14100"/>
          <ac:spMkLst>
            <pc:docMk/>
            <pc:sldMk cId="3610186" sldId="256"/>
            <ac:spMk id="13" creationId="{9F6AF508-4F73-CA60-D18D-F284C1D6D50D}"/>
          </ac:spMkLst>
        </pc:spChg>
        <pc:spChg chg="add mod">
          <ac:chgData name="(s) Heidi Ginnaw" userId="12fb3f67-87da-4341-a039-09e2d1b3fb4e" providerId="ADAL" clId="{B60BF76D-B76B-4AA8-B97B-52BA32BE7A02}" dt="2026-04-21T11:06:01.243" v="601" actId="164"/>
          <ac:spMkLst>
            <pc:docMk/>
            <pc:sldMk cId="3610186" sldId="256"/>
            <ac:spMk id="14" creationId="{04B81967-BFC3-7E68-0CB9-17783A76368E}"/>
          </ac:spMkLst>
        </pc:spChg>
        <pc:spChg chg="add mod">
          <ac:chgData name="(s) Heidi Ginnaw" userId="12fb3f67-87da-4341-a039-09e2d1b3fb4e" providerId="ADAL" clId="{B60BF76D-B76B-4AA8-B97B-52BA32BE7A02}" dt="2026-04-22T10:36:18.504" v="1869" actId="14100"/>
          <ac:spMkLst>
            <pc:docMk/>
            <pc:sldMk cId="3610186" sldId="256"/>
            <ac:spMk id="15" creationId="{CED91D1C-3283-67EE-CE6A-8B10BADD59BE}"/>
          </ac:spMkLst>
        </pc:spChg>
        <pc:spChg chg="add mod">
          <ac:chgData name="(s) Heidi Ginnaw" userId="12fb3f67-87da-4341-a039-09e2d1b3fb4e" providerId="ADAL" clId="{B60BF76D-B76B-4AA8-B97B-52BA32BE7A02}" dt="2026-04-22T11:21:55.472" v="2159" actId="1037"/>
          <ac:spMkLst>
            <pc:docMk/>
            <pc:sldMk cId="3610186" sldId="256"/>
            <ac:spMk id="17" creationId="{2F478105-D336-479C-C3C8-C599E09C2FFD}"/>
          </ac:spMkLst>
        </pc:spChg>
        <pc:spChg chg="add mod">
          <ac:chgData name="(s) Heidi Ginnaw" userId="12fb3f67-87da-4341-a039-09e2d1b3fb4e" providerId="ADAL" clId="{B60BF76D-B76B-4AA8-B97B-52BA32BE7A02}" dt="2026-04-22T11:35:35.535" v="2663" actId="20577"/>
          <ac:spMkLst>
            <pc:docMk/>
            <pc:sldMk cId="3610186" sldId="256"/>
            <ac:spMk id="18" creationId="{233B0C9B-E3BC-4DEC-69FD-8C24CB1474BA}"/>
          </ac:spMkLst>
        </pc:spChg>
        <pc:spChg chg="add mod">
          <ac:chgData name="(s) Heidi Ginnaw" userId="12fb3f67-87da-4341-a039-09e2d1b3fb4e" providerId="ADAL" clId="{B60BF76D-B76B-4AA8-B97B-52BA32BE7A02}" dt="2026-04-22T11:34:50.920" v="2657" actId="1076"/>
          <ac:spMkLst>
            <pc:docMk/>
            <pc:sldMk cId="3610186" sldId="256"/>
            <ac:spMk id="20" creationId="{4B0ED4BF-932E-72CE-F10C-69EEFA46EA19}"/>
          </ac:spMkLst>
        </pc:spChg>
        <pc:spChg chg="add mod">
          <ac:chgData name="(s) Heidi Ginnaw" userId="12fb3f67-87da-4341-a039-09e2d1b3fb4e" providerId="ADAL" clId="{B60BF76D-B76B-4AA8-B97B-52BA32BE7A02}" dt="2026-04-22T11:34:43.088" v="2656" actId="1076"/>
          <ac:spMkLst>
            <pc:docMk/>
            <pc:sldMk cId="3610186" sldId="256"/>
            <ac:spMk id="21" creationId="{44A5949C-F20F-001E-81C2-C0AB5FA3540A}"/>
          </ac:spMkLst>
        </pc:spChg>
        <pc:spChg chg="add del mod">
          <ac:chgData name="(s) Heidi Ginnaw" userId="12fb3f67-87da-4341-a039-09e2d1b3fb4e" providerId="ADAL" clId="{B60BF76D-B76B-4AA8-B97B-52BA32BE7A02}" dt="2026-04-22T11:34:09.047" v="2651" actId="164"/>
          <ac:spMkLst>
            <pc:docMk/>
            <pc:sldMk cId="3610186" sldId="256"/>
            <ac:spMk id="41" creationId="{86048A33-D738-2883-9407-97681FD7BA6B}"/>
          </ac:spMkLst>
        </pc:spChg>
        <pc:spChg chg="add del mod">
          <ac:chgData name="(s) Heidi Ginnaw" userId="12fb3f67-87da-4341-a039-09e2d1b3fb4e" providerId="ADAL" clId="{B60BF76D-B76B-4AA8-B97B-52BA32BE7A02}" dt="2026-04-21T12:00:53.852" v="1667" actId="478"/>
          <ac:spMkLst>
            <pc:docMk/>
            <pc:sldMk cId="3610186" sldId="256"/>
            <ac:spMk id="42" creationId="{B8A428F2-53A9-47BA-C5EF-4C8915470F47}"/>
          </ac:spMkLst>
        </pc:spChg>
        <pc:spChg chg="add mod">
          <ac:chgData name="(s) Heidi Ginnaw" userId="12fb3f67-87da-4341-a039-09e2d1b3fb4e" providerId="ADAL" clId="{B60BF76D-B76B-4AA8-B97B-52BA32BE7A02}" dt="2026-04-22T11:16:41.360" v="1913" actId="20577"/>
          <ac:spMkLst>
            <pc:docMk/>
            <pc:sldMk cId="3610186" sldId="256"/>
            <ac:spMk id="43" creationId="{0BFEA7F6-51C0-C777-BC31-BE6B601D8969}"/>
          </ac:spMkLst>
        </pc:spChg>
        <pc:grpChg chg="add mod">
          <ac:chgData name="(s) Heidi Ginnaw" userId="12fb3f67-87da-4341-a039-09e2d1b3fb4e" providerId="ADAL" clId="{B60BF76D-B76B-4AA8-B97B-52BA32BE7A02}" dt="2026-04-22T11:30:01.670" v="2416" actId="1076"/>
          <ac:grpSpMkLst>
            <pc:docMk/>
            <pc:sldMk cId="3610186" sldId="256"/>
            <ac:grpSpMk id="16" creationId="{CA0A9A31-F672-2674-B14E-2CB076DC5D2E}"/>
          </ac:grpSpMkLst>
        </pc:grpChg>
        <pc:grpChg chg="add mod">
          <ac:chgData name="(s) Heidi Ginnaw" userId="12fb3f67-87da-4341-a039-09e2d1b3fb4e" providerId="ADAL" clId="{B60BF76D-B76B-4AA8-B97B-52BA32BE7A02}" dt="2026-04-22T11:35:07.523" v="2659" actId="1076"/>
          <ac:grpSpMkLst>
            <pc:docMk/>
            <pc:sldMk cId="3610186" sldId="256"/>
            <ac:grpSpMk id="19" creationId="{74F87ABF-1E59-82FB-DFCC-622F1A43B19F}"/>
          </ac:grpSpMkLst>
        </pc:grpChg>
        <pc:grpChg chg="add mod">
          <ac:chgData name="(s) Heidi Ginnaw" userId="12fb3f67-87da-4341-a039-09e2d1b3fb4e" providerId="ADAL" clId="{B60BF76D-B76B-4AA8-B97B-52BA32BE7A02}" dt="2026-04-22T11:34:21.608" v="2654" actId="14100"/>
          <ac:grpSpMkLst>
            <pc:docMk/>
            <pc:sldMk cId="3610186" sldId="256"/>
            <ac:grpSpMk id="22" creationId="{894B48D2-60BE-473C-4900-1D795A7F9C60}"/>
          </ac:grpSpMkLst>
        </pc:grpChg>
        <pc:grpChg chg="add mod">
          <ac:chgData name="(s) Heidi Ginnaw" userId="12fb3f67-87da-4341-a039-09e2d1b3fb4e" providerId="ADAL" clId="{B60BF76D-B76B-4AA8-B97B-52BA32BE7A02}" dt="2026-04-22T11:34:17.327" v="2653" actId="1076"/>
          <ac:grpSpMkLst>
            <pc:docMk/>
            <pc:sldMk cId="3610186" sldId="256"/>
            <ac:grpSpMk id="37" creationId="{F3934533-814B-831A-2B23-F914704C5536}"/>
          </ac:grpSpMkLst>
        </pc:grpChg>
        <pc:grpChg chg="add del mod">
          <ac:chgData name="(s) Heidi Ginnaw" userId="12fb3f67-87da-4341-a039-09e2d1b3fb4e" providerId="ADAL" clId="{B60BF76D-B76B-4AA8-B97B-52BA32BE7A02}" dt="2026-04-22T11:33:54.006" v="2650" actId="165"/>
          <ac:grpSpMkLst>
            <pc:docMk/>
            <pc:sldMk cId="3610186" sldId="256"/>
            <ac:grpSpMk id="40" creationId="{8089C235-5761-B40D-09B4-A9CE20A60ED5}"/>
          </ac:grpSpMkLst>
        </pc:grpChg>
        <pc:picChg chg="add mod topLvl modCrop">
          <ac:chgData name="(s) Heidi Ginnaw" userId="12fb3f67-87da-4341-a039-09e2d1b3fb4e" providerId="ADAL" clId="{B60BF76D-B76B-4AA8-B97B-52BA32BE7A02}" dt="2026-04-22T11:34:09.047" v="2651" actId="164"/>
          <ac:picMkLst>
            <pc:docMk/>
            <pc:sldMk cId="3610186" sldId="256"/>
            <ac:picMk id="24" creationId="{3521B592-3D59-2071-C212-1B5302E0D1CF}"/>
          </ac:picMkLst>
        </pc:picChg>
        <pc:picChg chg="add mod topLvl">
          <ac:chgData name="(s) Heidi Ginnaw" userId="12fb3f67-87da-4341-a039-09e2d1b3fb4e" providerId="ADAL" clId="{B60BF76D-B76B-4AA8-B97B-52BA32BE7A02}" dt="2026-04-22T11:34:09.047" v="2651" actId="164"/>
          <ac:picMkLst>
            <pc:docMk/>
            <pc:sldMk cId="3610186" sldId="256"/>
            <ac:picMk id="26" creationId="{5440EA62-6F83-AB2D-2E5B-662EA45194E0}"/>
          </ac:picMkLst>
        </pc:picChg>
        <pc:picChg chg="add mod topLvl">
          <ac:chgData name="(s) Heidi Ginnaw" userId="12fb3f67-87da-4341-a039-09e2d1b3fb4e" providerId="ADAL" clId="{B60BF76D-B76B-4AA8-B97B-52BA32BE7A02}" dt="2026-04-22T11:34:09.047" v="2651" actId="164"/>
          <ac:picMkLst>
            <pc:docMk/>
            <pc:sldMk cId="3610186" sldId="256"/>
            <ac:picMk id="28" creationId="{45FAD663-326A-5E7B-7DC1-09473C11C81F}"/>
          </ac:picMkLst>
        </pc:picChg>
        <pc:picChg chg="add mod modCrop">
          <ac:chgData name="(s) Heidi Ginnaw" userId="12fb3f67-87da-4341-a039-09e2d1b3fb4e" providerId="ADAL" clId="{B60BF76D-B76B-4AA8-B97B-52BA32BE7A02}" dt="2026-04-22T11:16:49.770" v="1915" actId="1076"/>
          <ac:picMkLst>
            <pc:docMk/>
            <pc:sldMk cId="3610186" sldId="256"/>
            <ac:picMk id="36" creationId="{2671E070-F0F5-1668-BC75-A573BF3F81FC}"/>
          </ac:picMkLst>
        </pc:picChg>
        <pc:picChg chg="add del">
          <ac:chgData name="(s) Heidi Ginnaw" userId="12fb3f67-87da-4341-a039-09e2d1b3fb4e" providerId="ADAL" clId="{B60BF76D-B76B-4AA8-B97B-52BA32BE7A02}" dt="2026-04-21T10:46:02.595" v="172" actId="478"/>
          <ac:picMkLst>
            <pc:docMk/>
            <pc:sldMk cId="3610186" sldId="256"/>
            <ac:picMk id="1026" creationId="{1F80FD81-8C54-5F57-77BF-3A24935FAC9F}"/>
          </ac:picMkLst>
        </pc:picChg>
        <pc:picChg chg="add del mod">
          <ac:chgData name="(s) Heidi Ginnaw" userId="12fb3f67-87da-4341-a039-09e2d1b3fb4e" providerId="ADAL" clId="{B60BF76D-B76B-4AA8-B97B-52BA32BE7A02}" dt="2026-04-22T11:00:51.635" v="1890" actId="478"/>
          <ac:picMkLst>
            <pc:docMk/>
            <pc:sldMk cId="3610186" sldId="256"/>
            <ac:picMk id="1026" creationId="{3E08E3DF-2A67-E9B6-BA59-0A710716E4E4}"/>
          </ac:picMkLst>
        </pc:picChg>
        <pc:picChg chg="add del">
          <ac:chgData name="(s) Heidi Ginnaw" userId="12fb3f67-87da-4341-a039-09e2d1b3fb4e" providerId="ADAL" clId="{B60BF76D-B76B-4AA8-B97B-52BA32BE7A02}" dt="2026-04-22T11:00:51.635" v="1890" actId="478"/>
          <ac:picMkLst>
            <pc:docMk/>
            <pc:sldMk cId="3610186" sldId="256"/>
            <ac:picMk id="1028" creationId="{7E89A807-21C8-E18B-5164-C65B0D628D9D}"/>
          </ac:picMkLst>
        </pc:picChg>
        <pc:picChg chg="add del mod">
          <ac:chgData name="(s) Heidi Ginnaw" userId="12fb3f67-87da-4341-a039-09e2d1b3fb4e" providerId="ADAL" clId="{B60BF76D-B76B-4AA8-B97B-52BA32BE7A02}" dt="2026-04-22T11:03:05.664" v="1897" actId="478"/>
          <ac:picMkLst>
            <pc:docMk/>
            <pc:sldMk cId="3610186" sldId="256"/>
            <ac:picMk id="1030" creationId="{3D2ED29B-872B-44A7-BAC3-D2DF1353194F}"/>
          </ac:picMkLst>
        </pc:picChg>
        <pc:picChg chg="add mod">
          <ac:chgData name="(s) Heidi Ginnaw" userId="12fb3f67-87da-4341-a039-09e2d1b3fb4e" providerId="ADAL" clId="{B60BF76D-B76B-4AA8-B97B-52BA32BE7A02}" dt="2026-04-22T11:37:07.846" v="2664" actId="1076"/>
          <ac:picMkLst>
            <pc:docMk/>
            <pc:sldMk cId="3610186" sldId="256"/>
            <ac:picMk id="1032" creationId="{065E4760-A276-E6AE-1A9F-8D22D585D4EE}"/>
          </ac:picMkLst>
        </pc:picChg>
        <pc:cxnChg chg="add mod topLvl">
          <ac:chgData name="(s) Heidi Ginnaw" userId="12fb3f67-87da-4341-a039-09e2d1b3fb4e" providerId="ADAL" clId="{B60BF76D-B76B-4AA8-B97B-52BA32BE7A02}" dt="2026-04-22T11:34:09.047" v="2651" actId="164"/>
          <ac:cxnSpMkLst>
            <pc:docMk/>
            <pc:sldMk cId="3610186" sldId="256"/>
            <ac:cxnSpMk id="30" creationId="{ACBCCEA6-ED47-145E-1746-5D7878447391}"/>
          </ac:cxnSpMkLst>
        </pc:cxnChg>
        <pc:cxnChg chg="add mod topLvl">
          <ac:chgData name="(s) Heidi Ginnaw" userId="12fb3f67-87da-4341-a039-09e2d1b3fb4e" providerId="ADAL" clId="{B60BF76D-B76B-4AA8-B97B-52BA32BE7A02}" dt="2026-04-22T11:34:09.047" v="2651" actId="164"/>
          <ac:cxnSpMkLst>
            <pc:docMk/>
            <pc:sldMk cId="3610186" sldId="256"/>
            <ac:cxnSpMk id="32" creationId="{BB90987C-98B5-F973-0F94-554E33CAE07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5D10-B257-B7CE-842D-8C80C7CC3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9CE5F-C6BA-0479-5598-525AFFD44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5C152-01B8-BAC6-4B04-35069AB4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0E39E-C208-895E-5405-07F8ED3B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0B57E-676B-C868-71A1-6182C2C41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40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C366-AA57-2225-2B11-9C981B95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23CA5-CD6E-483C-20A3-7A90E95C0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40C62-360F-EF69-C9C7-12507D713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E7929-C3A9-9EDF-AD1B-0C2BB5665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0524-7F32-87B3-4D07-4241C1591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54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79D3-9258-3990-EB5A-3E90EE6E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DCA62-C65A-B427-59B3-E807AEDF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04F4F-1A34-29D6-12EA-ED46DC70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E68DA-2B96-B9D0-69A2-A814E636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DEF81-70C8-ED0E-06CC-58FD3E86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72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8A23-80ED-3367-ACDF-1A808155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69762-1B2A-AD9C-330B-98FC7DBE7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BDA3C-CEAB-B9FB-D1AA-4C95D7FC6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1DE9F-A11B-3232-32B3-697D41F90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9A8F2-F4CC-E68C-B91A-C2950873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26556-5E39-E2F4-2583-B2F6D9F9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35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89C08-140A-51A8-7D71-EF1B88118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DC3E7-39F3-8208-2372-BC1C34FC1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EF647-2C0B-95E4-760D-62391ACDA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2A5B9-17AA-FA27-6620-49C1D2021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637FA-7797-6D77-00AD-25B05A80D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B7707-B7CA-2745-A828-979EBC098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25395-E3B5-3F98-9111-65D203FB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10C41-48DF-459E-5B20-69695D2E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24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0F14-4EE0-02A1-BBE1-BAA8D7DFF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A3B0F-F90C-0773-F6B3-981A50D9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5FA7-5AB4-3B06-879F-4CB82F39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84F63-011F-AE1F-7D23-4102A285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97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2F72BB-A8A9-7782-227F-936B6EFD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5206B-9DD9-AFF8-5206-EDFECDA0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BEBF4-0858-93CC-16B1-385806BC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70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B6E0-5E3B-B6ED-8A20-4A707AB3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8EA85-B7D6-2C8E-29A6-CC9231E41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8C20A-B2E1-B233-EE78-FA6919EEC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E9507-B4C7-D0A3-A89A-FBE863A9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26652-C73E-428B-E1B9-4EEC6056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45AAD-F847-6F2C-84F1-78842F9B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92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61ED2-0AED-F330-6349-816D13814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2EAAD-B06D-98C3-C72E-D2BEEB215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FF924-8332-94B3-A5D7-ABDD5079A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0960F-2E10-8332-208C-DD969A39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A49A1-2019-2DAA-4779-DC526813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01A6A-0280-1107-3A1C-6094ECD6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994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3D53-97A4-FDB0-20AB-BEA9F2A5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14C84-2F3A-0972-8346-7C1B46D93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FE3B6-ABF4-D7FD-83F9-3AC4D5B0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A5087-5E0A-B3FD-853C-C96430C6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20389-9025-6269-22DB-AD1582BD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889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A94B4-F0A8-AA08-B85C-7D2E83BA2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AE8C0-F5EA-8250-8896-BDE5BD5C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7A2B9-453E-9889-9877-B3B1175D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C1503-B367-A550-5BB8-2BB6D5AD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F698D-980C-F409-4351-BD718B9E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7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04450-83E9-02DD-D251-A3C00102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890F5-184C-673D-7B89-3BCF9767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4A38-11C4-C634-EBD6-CDD270945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4B966-4BE4-43F0-AE26-447EDE5E18A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2853B-FF59-F0F1-3FB8-9E54214A3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DE891-B384-7B56-1A7F-AC36BA555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9A24B-9C45-4D5A-AAC5-73337EB620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23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8A26F384-AA4D-02BE-77BA-37EE09BF0FBC}"/>
              </a:ext>
            </a:extLst>
          </p:cNvPr>
          <p:cNvSpPr/>
          <p:nvPr/>
        </p:nvSpPr>
        <p:spPr>
          <a:xfrm>
            <a:off x="397619" y="146406"/>
            <a:ext cx="11261558" cy="799529"/>
          </a:xfrm>
          <a:prstGeom prst="round2DiagRect">
            <a:avLst/>
          </a:prstGeom>
          <a:solidFill>
            <a:srgbClr val="46754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07E42-667A-C323-D7A7-C15F6B20063A}"/>
              </a:ext>
            </a:extLst>
          </p:cNvPr>
          <p:cNvSpPr txBox="1"/>
          <p:nvPr/>
        </p:nvSpPr>
        <p:spPr>
          <a:xfrm>
            <a:off x="2759241" y="150692"/>
            <a:ext cx="66735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LOCKD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A Secure Notes Website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6FD2B-1ED5-2FCC-4F8E-13208612D691}"/>
              </a:ext>
            </a:extLst>
          </p:cNvPr>
          <p:cNvSpPr/>
          <p:nvPr/>
        </p:nvSpPr>
        <p:spPr>
          <a:xfrm>
            <a:off x="0" y="6432884"/>
            <a:ext cx="12192000" cy="4251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4099B-AB03-ACF8-6289-49A0F5BBC630}"/>
              </a:ext>
            </a:extLst>
          </p:cNvPr>
          <p:cNvSpPr txBox="1"/>
          <p:nvPr/>
        </p:nvSpPr>
        <p:spPr>
          <a:xfrm>
            <a:off x="101092" y="6380946"/>
            <a:ext cx="161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Heidi Ginnaw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84B9A-9A18-732A-AA42-E7930402C28D}"/>
              </a:ext>
            </a:extLst>
          </p:cNvPr>
          <p:cNvSpPr txBox="1"/>
          <p:nvPr/>
        </p:nvSpPr>
        <p:spPr>
          <a:xfrm>
            <a:off x="101092" y="6645442"/>
            <a:ext cx="2273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</a:rPr>
              <a:t>heidi.ginnaw@students.plymouth.ac.uk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9AB81-94EB-73D5-F4F3-D94B6A22B71D}"/>
              </a:ext>
            </a:extLst>
          </p:cNvPr>
          <p:cNvSpPr txBox="1"/>
          <p:nvPr/>
        </p:nvSpPr>
        <p:spPr>
          <a:xfrm>
            <a:off x="3492589" y="6454568"/>
            <a:ext cx="5071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BSc (Hons) Computer Science (Cyber Security)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0A9A31-F672-2674-B14E-2CB076DC5D2E}"/>
              </a:ext>
            </a:extLst>
          </p:cNvPr>
          <p:cNvGrpSpPr/>
          <p:nvPr/>
        </p:nvGrpSpPr>
        <p:grpSpPr>
          <a:xfrm>
            <a:off x="465221" y="1120659"/>
            <a:ext cx="4082012" cy="2221730"/>
            <a:chOff x="754781" y="1793348"/>
            <a:chExt cx="4133088" cy="25884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6FE88D2-07D9-6121-2329-4D7AD1F4B44B}"/>
                </a:ext>
              </a:extLst>
            </p:cNvPr>
            <p:cNvSpPr/>
            <p:nvPr/>
          </p:nvSpPr>
          <p:spPr>
            <a:xfrm>
              <a:off x="754781" y="1793348"/>
              <a:ext cx="4133088" cy="2588400"/>
            </a:xfrm>
            <a:prstGeom prst="roundRect">
              <a:avLst/>
            </a:prstGeom>
            <a:solidFill>
              <a:srgbClr val="467549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B81967-BFC3-7E68-0CB9-17783A76368E}"/>
                </a:ext>
              </a:extLst>
            </p:cNvPr>
            <p:cNvSpPr txBox="1"/>
            <p:nvPr/>
          </p:nvSpPr>
          <p:spPr>
            <a:xfrm>
              <a:off x="2245995" y="1807626"/>
              <a:ext cx="1232154" cy="313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</a:rPr>
                <a:t>Background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D91D1C-3283-67EE-CE6A-8B10BADD59BE}"/>
                </a:ext>
              </a:extLst>
            </p:cNvPr>
            <p:cNvSpPr txBox="1"/>
            <p:nvPr/>
          </p:nvSpPr>
          <p:spPr>
            <a:xfrm>
              <a:off x="907542" y="2094006"/>
              <a:ext cx="3826421" cy="2163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300" dirty="0">
                  <a:solidFill>
                    <a:schemeClr val="bg1"/>
                  </a:solidFill>
                </a:rPr>
                <a:t>As cyber attacks become more common, people are wanting a more secure way to store data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300" dirty="0">
                  <a:solidFill>
                    <a:schemeClr val="bg1"/>
                  </a:solidFill>
                </a:rPr>
                <a:t>Most notes websites skip encryption and don’t allow local storage of data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300" dirty="0">
                  <a:solidFill>
                    <a:schemeClr val="bg1"/>
                  </a:solidFill>
                </a:rPr>
                <a:t>LOCKD will fill the market gap by implementing both these ideas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300" dirty="0">
                  <a:solidFill>
                    <a:schemeClr val="bg1"/>
                  </a:solidFill>
                </a:rPr>
                <a:t>This will ensure users data is always kept secure from hackers, which is rare in today’s world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F87ABF-1E59-82FB-DFCC-622F1A43B19F}"/>
              </a:ext>
            </a:extLst>
          </p:cNvPr>
          <p:cNvGrpSpPr/>
          <p:nvPr/>
        </p:nvGrpSpPr>
        <p:grpSpPr>
          <a:xfrm>
            <a:off x="4779114" y="1610556"/>
            <a:ext cx="2757716" cy="4115980"/>
            <a:chOff x="4951476" y="1622393"/>
            <a:chExt cx="2857500" cy="336507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F6AF508-4F73-CA60-D18D-F284C1D6D50D}"/>
                </a:ext>
              </a:extLst>
            </p:cNvPr>
            <p:cNvSpPr/>
            <p:nvPr/>
          </p:nvSpPr>
          <p:spPr>
            <a:xfrm>
              <a:off x="4951476" y="1622393"/>
              <a:ext cx="2857500" cy="3303719"/>
            </a:xfrm>
            <a:prstGeom prst="roundRect">
              <a:avLst/>
            </a:prstGeom>
            <a:solidFill>
              <a:srgbClr val="467549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478105-D336-479C-C3C8-C599E09C2FFD}"/>
                </a:ext>
              </a:extLst>
            </p:cNvPr>
            <p:cNvSpPr txBox="1"/>
            <p:nvPr/>
          </p:nvSpPr>
          <p:spPr>
            <a:xfrm>
              <a:off x="5968033" y="1634539"/>
              <a:ext cx="913805" cy="244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</a:rPr>
                <a:t>Design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3B0C9B-E3BC-4DEC-69FD-8C24CB1474BA}"/>
                </a:ext>
              </a:extLst>
            </p:cNvPr>
            <p:cNvSpPr txBox="1"/>
            <p:nvPr/>
          </p:nvSpPr>
          <p:spPr>
            <a:xfrm>
              <a:off x="5036406" y="1867295"/>
              <a:ext cx="2585466" cy="3120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LOCKD uses bootstrap to implement the front end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Bootstrap allows the website to be scalable with screen size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Language tags, relevant element IDs and the ability to change font size all increase accessibility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Buttons are clearly labelled to increase usability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Light and Dark themes allow users to customise the 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Available in English and Swedish allowing a wider range of users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Upload button allows users to upload compatible encrypted files to the website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Users can pin notes, so they always appear at the top and are easier to find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Sign up page to easily allow users to create a new account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4B48D2-60BE-473C-4900-1D795A7F9C60}"/>
              </a:ext>
            </a:extLst>
          </p:cNvPr>
          <p:cNvGrpSpPr/>
          <p:nvPr/>
        </p:nvGrpSpPr>
        <p:grpSpPr>
          <a:xfrm>
            <a:off x="7717715" y="4015670"/>
            <a:ext cx="4143915" cy="2489257"/>
            <a:chOff x="8043672" y="2377616"/>
            <a:chExt cx="3460358" cy="274643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A1C9D23-CD83-FE57-B84C-1B76684ADE9B}"/>
                </a:ext>
              </a:extLst>
            </p:cNvPr>
            <p:cNvSpPr/>
            <p:nvPr/>
          </p:nvSpPr>
          <p:spPr>
            <a:xfrm>
              <a:off x="8043672" y="2411993"/>
              <a:ext cx="3460358" cy="2524334"/>
            </a:xfrm>
            <a:prstGeom prst="roundRect">
              <a:avLst/>
            </a:prstGeom>
            <a:solidFill>
              <a:srgbClr val="467549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0ED4BF-932E-72CE-F10C-69EEFA46EA19}"/>
                </a:ext>
              </a:extLst>
            </p:cNvPr>
            <p:cNvSpPr txBox="1"/>
            <p:nvPr/>
          </p:nvSpPr>
          <p:spPr>
            <a:xfrm>
              <a:off x="9286991" y="2377616"/>
              <a:ext cx="9418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bg1"/>
                  </a:solidFill>
                </a:rPr>
                <a:t>Security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4A5949C-F20F-001E-81C2-C0AB5FA3540A}"/>
                </a:ext>
              </a:extLst>
            </p:cNvPr>
            <p:cNvSpPr txBox="1"/>
            <p:nvPr/>
          </p:nvSpPr>
          <p:spPr>
            <a:xfrm>
              <a:off x="8087896" y="2640577"/>
              <a:ext cx="3340025" cy="248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Staggered note data released to increase protection from shoulder surfing 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Note title displayed on home page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Preview page with 42 characters displayed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Note page displaying the whole note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All passwords salted and hashed to secure from hackers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All notes encrypted before storing, ensuring only the verified user can read them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Notes can be downloaded and deleted from our storage to ensure further security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100" dirty="0">
                  <a:solidFill>
                    <a:schemeClr val="bg1"/>
                  </a:solidFill>
                </a:rPr>
                <a:t>Automatic log out when tab is shut, ensuring only the user has access to their account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BFEA7F6-51C0-C777-BC31-BE6B601D8969}"/>
              </a:ext>
            </a:extLst>
          </p:cNvPr>
          <p:cNvSpPr txBox="1"/>
          <p:nvPr/>
        </p:nvSpPr>
        <p:spPr>
          <a:xfrm>
            <a:off x="10700443" y="6380946"/>
            <a:ext cx="1390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bg1"/>
                </a:solidFill>
              </a:rPr>
              <a:t>University of Plymouth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934533-814B-831A-2B23-F914704C5536}"/>
              </a:ext>
            </a:extLst>
          </p:cNvPr>
          <p:cNvGrpSpPr/>
          <p:nvPr/>
        </p:nvGrpSpPr>
        <p:grpSpPr>
          <a:xfrm>
            <a:off x="7743373" y="1056259"/>
            <a:ext cx="4223363" cy="2986515"/>
            <a:chOff x="7717715" y="1086575"/>
            <a:chExt cx="4276604" cy="307661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521B592-3D59-2071-C212-1B5302E0D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18" t="9" r="-2" b="-836"/>
            <a:stretch>
              <a:fillRect/>
            </a:stretch>
          </p:blipFill>
          <p:spPr>
            <a:xfrm>
              <a:off x="7743373" y="1086575"/>
              <a:ext cx="2201299" cy="1142038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440EA62-6F83-AB2D-2E5B-662EA4519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8805" y="2745345"/>
              <a:ext cx="1830435" cy="1200238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5FAD663-326A-5E7B-7DC1-09473C11C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3884" y="1771045"/>
              <a:ext cx="1830435" cy="2056070"/>
            </a:xfrm>
            <a:prstGeom prst="rect">
              <a:avLst/>
            </a:prstGeom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CBCCEA6-ED47-145E-1746-5D7878447391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>
              <a:off x="8844023" y="2228613"/>
              <a:ext cx="0" cy="5167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B90987C-98B5-F973-0F94-554E33CAE073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9759240" y="3345464"/>
              <a:ext cx="3930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6048A33-D738-2883-9407-97681FD7BA6B}"/>
                </a:ext>
              </a:extLst>
            </p:cNvPr>
            <p:cNvSpPr txBox="1"/>
            <p:nvPr/>
          </p:nvSpPr>
          <p:spPr>
            <a:xfrm>
              <a:off x="7957285" y="3901578"/>
              <a:ext cx="11595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Preview Page</a:t>
              </a:r>
              <a:endParaRPr lang="en-GB" sz="100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586D10C-1510-6354-C3B9-42A00CEB9368}"/>
                </a:ext>
              </a:extLst>
            </p:cNvPr>
            <p:cNvSpPr txBox="1"/>
            <p:nvPr/>
          </p:nvSpPr>
          <p:spPr>
            <a:xfrm>
              <a:off x="10152257" y="3781165"/>
              <a:ext cx="11595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Full Note Page</a:t>
              </a:r>
              <a:endParaRPr lang="en-GB" sz="10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05CC194-A2B2-4B3C-9243-87D7F5F79D57}"/>
                </a:ext>
              </a:extLst>
            </p:cNvPr>
            <p:cNvSpPr txBox="1"/>
            <p:nvPr/>
          </p:nvSpPr>
          <p:spPr>
            <a:xfrm>
              <a:off x="7717715" y="2205189"/>
              <a:ext cx="11595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dirty="0"/>
                <a:t>Home Page</a:t>
              </a:r>
              <a:endParaRPr lang="en-GB" sz="1000" dirty="0"/>
            </a:p>
          </p:txBody>
        </p:sp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5E4760-A276-E6AE-1A9F-8D22D585D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5" y="3624988"/>
            <a:ext cx="4252853" cy="230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671E070-F0F5-1668-BC75-A573BF3F81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939"/>
          <a:stretch>
            <a:fillRect/>
          </a:stretch>
        </p:blipFill>
        <p:spPr>
          <a:xfrm>
            <a:off x="10693262" y="6468963"/>
            <a:ext cx="321240" cy="38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283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Heidi Ginnaw</dc:creator>
  <cp:lastModifiedBy>(s) Heidi Ginnaw</cp:lastModifiedBy>
  <cp:revision>1</cp:revision>
  <dcterms:created xsi:type="dcterms:W3CDTF">2026-04-21T10:17:40Z</dcterms:created>
  <dcterms:modified xsi:type="dcterms:W3CDTF">2026-04-22T11:37:19Z</dcterms:modified>
</cp:coreProperties>
</file>